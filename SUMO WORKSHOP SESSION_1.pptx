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1" r:id="rId7"/>
    <p:sldId id="262" r:id="rId8"/>
    <p:sldId id="260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433"/>
    <a:srgbClr val="6D1026"/>
    <a:srgbClr val="93061A"/>
    <a:srgbClr val="9E0D1B"/>
    <a:srgbClr val="A3001A"/>
    <a:srgbClr val="431A35"/>
    <a:srgbClr val="5D2462"/>
    <a:srgbClr val="391935"/>
    <a:srgbClr val="9B41AD"/>
    <a:srgbClr val="642A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862" y="1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B668-8900-4B50-4C04-A43A7332E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4454D-E23B-1296-73AF-DDE3F9DB6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25AFB-1B5A-7910-60AD-5685FD07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EBED7-1280-2471-FFA3-DE860344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5C996-B3D2-3F9B-4D5A-81B73867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6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6E0F-3787-F3C7-AE61-A92A86C9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ABF5C-0907-FCAE-74AA-0329D1E9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9569F-0D6A-5993-2040-7E600D5A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F61B-C1D1-A768-9E8E-9CFBF160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92925-ED49-A46E-0F38-CF2834D2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57DE-E537-616A-CD11-8BDB373B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7B45B-87CF-C4BD-06F5-A2E9BECEC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3616C-377E-8E19-1F0D-0E87F4B55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3BD16-FB51-8094-E5E6-9D3A663C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B6-3A58-2FBD-F675-E9B58B83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8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FD11-87EE-6C3A-37F2-89659B27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E9D18-67F4-CEAF-D8A1-50E4EB804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37773-0C14-0235-0ED9-745179721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C1191-F361-D372-2D19-670D9B7E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AF96E-8655-7BD7-CC05-2AAAA7107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2EB8A-8921-DF93-3A6C-A8DDA3FE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014D-B3F0-4AB7-E765-2109F463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BDC46-0AD4-68BF-2716-67542BCFF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A9742-5C97-6FB3-B06F-4229608E1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646EE-7E4C-1805-CE6B-AE40AC2DF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31D20-10E4-7D04-5657-F7EF5FD94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A62D9-8059-497F-5CF0-8325F698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A565E-A758-E730-E19A-5D042080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1F9B6-A659-D353-5666-7198ED7D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E360-87EA-0656-6224-CE601FFF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56CB8-F791-71F9-0339-4F1D803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3BBD0-80CB-D71F-9D4E-17BB3AD2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7B144-87C0-BF8C-BEE5-C2D2EFF9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69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9484E-A5B2-2F50-9342-F4FCAE21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7492B-6E69-0097-C38C-F76635D1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4FD11-53EA-1EE7-EF11-7B7E9E68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6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6D480-B9DB-27C9-8592-6B6282F0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C679E-5B17-6591-8330-51DCE1AB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436A2-2BC8-E86C-9CF6-07B0DF182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3A243-28B3-3952-6E37-AE86016E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A85A6-F84A-CB87-61A2-B114A359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A3227-A960-DF34-0AA5-2866CFE1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1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76D8-7FDB-CD42-FC35-425D0A4E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0CDEF9-33B3-E432-BA38-62AC8D8FFF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78672-6049-E996-62C5-CA49EB985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CB3D8-336D-E921-FAE6-FCBD6F4B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8B178-BD5F-21BF-EE09-353A3A22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1BC66-67F2-307A-482B-38FEB6AF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3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0F0A-BE09-2E26-F7C0-3E5986E5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4FFC2-471F-00C5-E80E-7BFD5A462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C7F8-E951-35C6-2918-F316E7A1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8CF57-1ADA-6DA7-C927-875D1987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9C53-FD01-D507-C411-B4144D45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64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A7AD1-4821-7C8B-A0AA-3E694224D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696AA-7FA3-4A9F-1883-C2BBA97FD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7C825-22D0-3B88-E1B5-06E70A45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FD7A1-9D2E-487E-F022-0B589B8C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A0AB6-4412-1F14-F5D1-C26D1DD9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8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B96022-243C-C8D3-43DF-A5A7198C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1294B-FE70-9C02-4A48-7A5D2A8E0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49FBC-559C-AD7E-297C-27196B233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DF759-D400-4315-B5D0-1BE4F17B867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167EC-75DF-401D-06BF-EFF5CE943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425C5-AADA-067C-0CFA-61306B19B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5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32">
            <a:extLst>
              <a:ext uri="{FF2B5EF4-FFF2-40B4-BE49-F238E27FC236}">
                <a16:creationId xmlns:a16="http://schemas.microsoft.com/office/drawing/2014/main" id="{CDEF59CF-59B2-11A9-2C41-EE8ACB8FD2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19" y="1159027"/>
            <a:ext cx="7400082" cy="4431817"/>
          </a:xfrm>
          <a:prstGeom prst="rect">
            <a:avLst/>
          </a:prstGeom>
          <a:effectLst>
            <a:softEdge rad="825500"/>
          </a:effectLst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EC0AFD09-80D1-C423-0B3D-8E1C57C292C9}"/>
              </a:ext>
            </a:extLst>
          </p:cNvPr>
          <p:cNvSpPr/>
          <p:nvPr/>
        </p:nvSpPr>
        <p:spPr>
          <a:xfrm>
            <a:off x="1238639" y="5539529"/>
            <a:ext cx="12362206" cy="348546"/>
          </a:xfrm>
          <a:prstGeom prst="rect">
            <a:avLst/>
          </a:prstGeom>
          <a:gradFill flip="none" rotWithShape="1">
            <a:gsLst>
              <a:gs pos="100000">
                <a:srgbClr val="4F1935"/>
              </a:gs>
              <a:gs pos="0">
                <a:srgbClr val="93061A"/>
              </a:gs>
              <a:gs pos="52000">
                <a:srgbClr val="431A3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26DE008-67B6-1250-5FC0-7DB1ABC2DE83}"/>
              </a:ext>
            </a:extLst>
          </p:cNvPr>
          <p:cNvGrpSpPr/>
          <p:nvPr/>
        </p:nvGrpSpPr>
        <p:grpSpPr>
          <a:xfrm>
            <a:off x="-2359017" y="3701281"/>
            <a:ext cx="4151476" cy="3444240"/>
            <a:chOff x="-2359017" y="3701281"/>
            <a:chExt cx="4151476" cy="344424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4A249BA-19C0-D2B5-D3CE-D4437BEED103}"/>
                </a:ext>
              </a:extLst>
            </p:cNvPr>
            <p:cNvSpPr/>
            <p:nvPr/>
          </p:nvSpPr>
          <p:spPr>
            <a:xfrm rot="2700000">
              <a:off x="-1941156" y="4716166"/>
              <a:ext cx="3444240" cy="141447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3E2C0E5-953B-B298-D21A-6D0EB7D845ED}"/>
                </a:ext>
              </a:extLst>
            </p:cNvPr>
            <p:cNvSpPr/>
            <p:nvPr/>
          </p:nvSpPr>
          <p:spPr>
            <a:xfrm>
              <a:off x="-2359017" y="5105711"/>
              <a:ext cx="3444240" cy="100554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4CFBD66-EBE1-4345-3655-AF663DE4622C}"/>
                </a:ext>
              </a:extLst>
            </p:cNvPr>
            <p:cNvSpPr/>
            <p:nvPr/>
          </p:nvSpPr>
          <p:spPr>
            <a:xfrm rot="2700000">
              <a:off x="370583" y="5404016"/>
              <a:ext cx="1429281" cy="141447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628CF6D-179B-A8FE-752D-5C8F8EEE9304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FD96E48-2CFC-B47B-C079-12BFA0B9837E}"/>
              </a:ext>
            </a:extLst>
          </p:cNvPr>
          <p:cNvGrpSpPr/>
          <p:nvPr/>
        </p:nvGrpSpPr>
        <p:grpSpPr>
          <a:xfrm>
            <a:off x="10360666" y="-2978831"/>
            <a:ext cx="4297574" cy="5613977"/>
            <a:chOff x="10360666" y="-2978831"/>
            <a:chExt cx="4297574" cy="561397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21F355-FDA7-BBD8-291E-453FD18CC821}"/>
                </a:ext>
              </a:extLst>
            </p:cNvPr>
            <p:cNvSpPr/>
            <p:nvPr/>
          </p:nvSpPr>
          <p:spPr>
            <a:xfrm rot="18900000">
              <a:off x="10360666" y="-2978831"/>
              <a:ext cx="3155462" cy="5613977"/>
            </a:xfrm>
            <a:prstGeom prst="rect">
              <a:avLst/>
            </a:prstGeom>
            <a:gradFill>
              <a:gsLst>
                <a:gs pos="100000">
                  <a:srgbClr val="8C1E33"/>
                </a:gs>
                <a:gs pos="0">
                  <a:srgbClr val="43152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Diagonal Stripe 20">
              <a:extLst>
                <a:ext uri="{FF2B5EF4-FFF2-40B4-BE49-F238E27FC236}">
                  <a16:creationId xmlns:a16="http://schemas.microsoft.com/office/drawing/2014/main" id="{2D823F0C-1383-5648-AE62-C8F64529DB22}"/>
                </a:ext>
              </a:extLst>
            </p:cNvPr>
            <p:cNvSpPr/>
            <p:nvPr/>
          </p:nvSpPr>
          <p:spPr>
            <a:xfrm rot="18900000">
              <a:off x="11023285" y="-2530347"/>
              <a:ext cx="3634955" cy="3709132"/>
            </a:xfrm>
            <a:prstGeom prst="diagStrip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Diagonal Stripe 22">
              <a:extLst>
                <a:ext uri="{FF2B5EF4-FFF2-40B4-BE49-F238E27FC236}">
                  <a16:creationId xmlns:a16="http://schemas.microsoft.com/office/drawing/2014/main" id="{496E5D21-E2F6-7746-A54B-DBF0C6C980A5}"/>
                </a:ext>
              </a:extLst>
            </p:cNvPr>
            <p:cNvSpPr/>
            <p:nvPr/>
          </p:nvSpPr>
          <p:spPr>
            <a:xfrm rot="18900000">
              <a:off x="11489477" y="-1456890"/>
              <a:ext cx="2376343" cy="2424836"/>
            </a:xfrm>
            <a:prstGeom prst="diagStripe">
              <a:avLst/>
            </a:prstGeom>
            <a:gradFill>
              <a:gsLst>
                <a:gs pos="100000">
                  <a:srgbClr val="4F2155"/>
                </a:gs>
                <a:gs pos="0">
                  <a:srgbClr val="43152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C56B0AB-8CBB-62CF-BB62-7676BCEE60C5}"/>
              </a:ext>
            </a:extLst>
          </p:cNvPr>
          <p:cNvGrpSpPr/>
          <p:nvPr/>
        </p:nvGrpSpPr>
        <p:grpSpPr>
          <a:xfrm>
            <a:off x="9275573" y="4569604"/>
            <a:ext cx="2916427" cy="811781"/>
            <a:chOff x="9296400" y="4539482"/>
            <a:chExt cx="2916427" cy="81178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2603ECE-041C-324A-6AFA-D05EFF92C910}"/>
                </a:ext>
              </a:extLst>
            </p:cNvPr>
            <p:cNvGrpSpPr/>
            <p:nvPr/>
          </p:nvGrpSpPr>
          <p:grpSpPr>
            <a:xfrm>
              <a:off x="9629530" y="4539482"/>
              <a:ext cx="2471030" cy="487680"/>
              <a:chOff x="6703450" y="4465320"/>
              <a:chExt cx="2471030" cy="48768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761411E-8117-9A55-24A6-0B7ABA0195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76457" y="4465320"/>
                <a:ext cx="1098023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E84E6DF-557C-FEBC-ED65-BA2D156539ED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430286F-C4D3-A516-4FD3-8520560BCC68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57EB599-B04E-261C-ABB8-661831E1DA75}"/>
                </a:ext>
              </a:extLst>
            </p:cNvPr>
            <p:cNvGrpSpPr/>
            <p:nvPr/>
          </p:nvGrpSpPr>
          <p:grpSpPr>
            <a:xfrm>
              <a:off x="9296400" y="4691882"/>
              <a:ext cx="2916427" cy="487680"/>
              <a:chOff x="6217920" y="4465320"/>
              <a:chExt cx="2916427" cy="4876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D740DFF8-D0FC-41CD-CA06-79F75FD806EE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117298B-1EC3-8020-D6BD-0EC5FFAEDC27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CA3A0F7-2A19-D661-92E9-C0A25652F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17920" y="4953000"/>
                <a:ext cx="122830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8A9F2C-CA14-1F63-7AE0-EB720E01DE69}"/>
                </a:ext>
              </a:extLst>
            </p:cNvPr>
            <p:cNvGrpSpPr/>
            <p:nvPr/>
          </p:nvGrpSpPr>
          <p:grpSpPr>
            <a:xfrm>
              <a:off x="11072110" y="5009052"/>
              <a:ext cx="720584" cy="301399"/>
              <a:chOff x="8413763" y="4465320"/>
              <a:chExt cx="720584" cy="301399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9D23135-2AAB-2518-365F-F7CF8AF5D6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9067" y="4465320"/>
                <a:ext cx="33528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EA4641E-7D60-2FD1-E08F-9ED9AA0F21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13763" y="4465320"/>
                <a:ext cx="389500" cy="301399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37AD77E-EB42-F963-724F-A2E17D6C23E4}"/>
                </a:ext>
              </a:extLst>
            </p:cNvPr>
            <p:cNvGrpSpPr/>
            <p:nvPr/>
          </p:nvGrpSpPr>
          <p:grpSpPr>
            <a:xfrm>
              <a:off x="10064553" y="4855461"/>
              <a:ext cx="1875967" cy="495802"/>
              <a:chOff x="7258380" y="4465320"/>
              <a:chExt cx="1875967" cy="495802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A4C7C7B-3C29-F79F-3FF2-FE4D8B2870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6229" y="4465320"/>
                <a:ext cx="508118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2D2C14D-A9F0-4523-5709-76D37FD730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95996" y="4465320"/>
                <a:ext cx="639493" cy="494845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4BE11FD-CD51-DF25-4F22-7D4B665D36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58380" y="4961122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9BB6212-8087-2373-863A-0CD5C9FB14C4}"/>
              </a:ext>
            </a:extLst>
          </p:cNvPr>
          <p:cNvGrpSpPr/>
          <p:nvPr/>
        </p:nvGrpSpPr>
        <p:grpSpPr>
          <a:xfrm>
            <a:off x="-64382" y="161494"/>
            <a:ext cx="193071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20F6C7B-9806-8F29-C56B-65FE99EC84B6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B336720-1AFB-B8F8-8B24-A3A58334847B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52BD360-A301-D56A-1CCD-793922FBBCDC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B7ADB17-6D99-3DD5-BB8E-B864F1D38D4A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724C69E-EF68-3F9A-82C9-CF157E80EC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2EA35FE5-89B8-3633-F99C-C61D561435C3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3101324-3FC2-929F-B698-041C4D4CA388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8A0640C-3EF1-E305-D4FF-9526F0F0C9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9F5682F-64C5-0FC7-E2CB-CD910C4DB5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06EEAB-59E7-9C13-00F6-E278D09C3CAC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D4C46EA-9FC9-E9E5-E1FA-4E7913B35627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5AEC7A6-B70E-A90F-BD93-FD9753D39BD1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490B2FA2-098A-7D9D-7F4C-D4456773FBB4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17907CD-575D-0F2B-A9D4-556E4B97A0A5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E4AB2494-7924-9454-9FE2-DFD4770B4510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F1A63542-EE20-8E24-3C79-861D460B27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4E5B1C7-4D65-9BB7-5D6E-3337D1B0DFBC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CC6C3082-CAE1-4BEA-A1BD-B9E8FB0E3F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5ADEDEC-3E61-407A-508B-49AF039409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A0586D9-A07E-591F-4E08-FDA30CFF88E4}"/>
              </a:ext>
            </a:extLst>
          </p:cNvPr>
          <p:cNvGrpSpPr/>
          <p:nvPr/>
        </p:nvGrpSpPr>
        <p:grpSpPr>
          <a:xfrm>
            <a:off x="1238639" y="5157866"/>
            <a:ext cx="1176918" cy="315215"/>
            <a:chOff x="1238639" y="5157866"/>
            <a:chExt cx="1176918" cy="315215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BC7C96C-869D-D77C-76ED-E0E8C12793FB}"/>
                </a:ext>
              </a:extLst>
            </p:cNvPr>
            <p:cNvCxnSpPr>
              <a:cxnSpLocks/>
            </p:cNvCxnSpPr>
            <p:nvPr/>
          </p:nvCxnSpPr>
          <p:spPr>
            <a:xfrm>
              <a:off x="2292096" y="5256314"/>
              <a:ext cx="123461" cy="123461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7262261-3B98-9623-338A-FBCE4E2C8372}"/>
                </a:ext>
              </a:extLst>
            </p:cNvPr>
            <p:cNvCxnSpPr>
              <a:cxnSpLocks/>
            </p:cNvCxnSpPr>
            <p:nvPr/>
          </p:nvCxnSpPr>
          <p:spPr>
            <a:xfrm>
              <a:off x="1238639" y="5157866"/>
              <a:ext cx="901057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88874FE-BD8E-C025-0155-854DCE9DB039}"/>
                </a:ext>
              </a:extLst>
            </p:cNvPr>
            <p:cNvCxnSpPr>
              <a:cxnSpLocks/>
            </p:cNvCxnSpPr>
            <p:nvPr/>
          </p:nvCxnSpPr>
          <p:spPr>
            <a:xfrm>
              <a:off x="1391039" y="5256314"/>
              <a:ext cx="901057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902137B-DCF5-590E-C82E-6A65EEC0084E}"/>
                </a:ext>
              </a:extLst>
            </p:cNvPr>
            <p:cNvCxnSpPr>
              <a:cxnSpLocks/>
            </p:cNvCxnSpPr>
            <p:nvPr/>
          </p:nvCxnSpPr>
          <p:spPr>
            <a:xfrm>
              <a:off x="1519436" y="5369449"/>
              <a:ext cx="620260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176F1A7-F59F-18FC-B15E-63F664EF9FA8}"/>
                </a:ext>
              </a:extLst>
            </p:cNvPr>
            <p:cNvCxnSpPr>
              <a:cxnSpLocks/>
            </p:cNvCxnSpPr>
            <p:nvPr/>
          </p:nvCxnSpPr>
          <p:spPr>
            <a:xfrm>
              <a:off x="1661558" y="5473081"/>
              <a:ext cx="272788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797C8669-901C-58EB-1E2B-E24814DC9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BB17D22E-C79F-12A8-B438-37F4533DD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536" y="280656"/>
            <a:ext cx="4388511" cy="1016729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6E21497A-19EB-30F0-6C8C-7C12D4557831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BBE9EEC-0EA9-185F-6F1D-621F5B3EE4C2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1FE0A5F-C9D9-C27F-BA21-379FFF9BD21B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359B92C-67EC-FF69-26B5-37CB517AD32C}"/>
              </a:ext>
            </a:extLst>
          </p:cNvPr>
          <p:cNvCxnSpPr>
            <a:cxnSpLocks/>
          </p:cNvCxnSpPr>
          <p:nvPr/>
        </p:nvCxnSpPr>
        <p:spPr>
          <a:xfrm>
            <a:off x="5277435" y="405841"/>
            <a:ext cx="0" cy="732644"/>
          </a:xfrm>
          <a:prstGeom prst="line">
            <a:avLst/>
          </a:prstGeom>
          <a:ln>
            <a:gradFill>
              <a:gsLst>
                <a:gs pos="0">
                  <a:srgbClr val="391935">
                    <a:alpha val="35000"/>
                  </a:srgbClr>
                </a:gs>
                <a:gs pos="100000">
                  <a:srgbClr val="9306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A348153-AC3B-B7F4-B906-600E916ACDFB}"/>
              </a:ext>
            </a:extLst>
          </p:cNvPr>
          <p:cNvSpPr txBox="1"/>
          <p:nvPr/>
        </p:nvSpPr>
        <p:spPr>
          <a:xfrm>
            <a:off x="628294" y="1262639"/>
            <a:ext cx="6239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Robotics </a:t>
            </a:r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391935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atin typeface="Arial Black" panose="020B0A04020102020204" pitchFamily="34" charset="0"/>
              </a:rPr>
              <a:t>Workshop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3DFF7E5-60FF-E2C8-46E1-D71CB71A90BC}"/>
              </a:ext>
            </a:extLst>
          </p:cNvPr>
          <p:cNvSpPr txBox="1"/>
          <p:nvPr/>
        </p:nvSpPr>
        <p:spPr>
          <a:xfrm>
            <a:off x="678127" y="1896545"/>
            <a:ext cx="4438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5D2462"/>
                </a:solidFill>
                <a:latin typeface="Arial Black" panose="020B0A04020102020204" pitchFamily="34" charset="0"/>
              </a:rPr>
              <a:t>From Electronics to </a:t>
            </a:r>
          </a:p>
          <a:p>
            <a:r>
              <a:rPr lang="en-US" sz="2800" b="1" dirty="0">
                <a:solidFill>
                  <a:srgbClr val="5D2462"/>
                </a:solidFill>
                <a:latin typeface="Arial Black" panose="020B0A04020102020204" pitchFamily="34" charset="0"/>
              </a:rPr>
              <a:t>Sumo Robot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0C18E10-00E5-8B33-3DE5-A261A02E7A8A}"/>
              </a:ext>
            </a:extLst>
          </p:cNvPr>
          <p:cNvCxnSpPr>
            <a:cxnSpLocks/>
          </p:cNvCxnSpPr>
          <p:nvPr/>
        </p:nvCxnSpPr>
        <p:spPr>
          <a:xfrm>
            <a:off x="804019" y="2850652"/>
            <a:ext cx="1756171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A9A92D00-D976-E1F3-932C-03082FA97F20}"/>
              </a:ext>
            </a:extLst>
          </p:cNvPr>
          <p:cNvSpPr txBox="1"/>
          <p:nvPr/>
        </p:nvSpPr>
        <p:spPr>
          <a:xfrm>
            <a:off x="1406744" y="3079303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Microcontrollers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C300D26-074E-6E05-C7F1-94AE03EDD4B7}"/>
              </a:ext>
            </a:extLst>
          </p:cNvPr>
          <p:cNvSpPr txBox="1"/>
          <p:nvPr/>
        </p:nvSpPr>
        <p:spPr>
          <a:xfrm>
            <a:off x="1391038" y="354740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Electronics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0F4B7F5-601C-FAEB-ADFB-3345EFF37F57}"/>
              </a:ext>
            </a:extLst>
          </p:cNvPr>
          <p:cNvSpPr txBox="1"/>
          <p:nvPr/>
        </p:nvSpPr>
        <p:spPr>
          <a:xfrm>
            <a:off x="1391037" y="3975439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Sensors &amp; Motors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6E2F73C-5091-AF18-B455-85F46D315FC0}"/>
              </a:ext>
            </a:extLst>
          </p:cNvPr>
          <p:cNvSpPr txBox="1"/>
          <p:nvPr/>
        </p:nvSpPr>
        <p:spPr>
          <a:xfrm>
            <a:off x="1395169" y="4397408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Sumo Robot Competition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CB247353-7D1F-06DF-DDA3-319EE54741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39" y="2936330"/>
            <a:ext cx="1982257" cy="1870169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52EA53A7-CBBA-4990-52B5-BC7ADEBCD8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25899174-AEC4-8FF8-35B3-B0875DBAF0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39" y="224024"/>
            <a:ext cx="2876371" cy="104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11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4874E-2EC3-69A4-26B9-1FCBA941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DDE215-3B7E-6438-16C1-6F19D6929AB2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9AF38C4-1C5D-5663-2CFE-28E1EE31A79F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DA0EDFC-C26B-8D63-02C2-0461FAE03B7F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545B7AD-3635-5D54-A776-E04AA8A5041C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96A1513-C601-717D-C139-3B3F2DFE4E94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E5528EC-A17F-6522-45AE-4CC71E5B1EFF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31B7A88-7B5E-782C-ADDA-16A92A5738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FB367E5-DBCB-580D-7198-0FFB5A4F8BC6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E4AECE9-B5C0-F81B-31A5-F88B2C1476FA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709E54A-F3CE-01C3-D0A9-4B1779F8E9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8CB48A70-A60E-A173-00E4-36277CAD0C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2EB9DC7-DC50-C42E-F119-58830F5F1C2E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13548C3-8A35-F440-E7CE-D098A20E6D16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206BED2-37D7-BA44-2791-00B8F720E9DA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CBFCD30-249A-1DE1-DCFA-2E557C09989B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5361517D-6A17-9083-0CE5-C6141052B1AA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2290714D-4FFB-8ED9-8C0D-E51ACF08133E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3E5F04EE-797F-3DF1-D567-12C7A8AB4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96733C9F-C96D-18C0-0E31-BE7B16078F48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A0436081-7851-973E-C825-D10437852E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70DA3C3-B463-AD03-1A38-FBBFC1B06A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D2684B81-E958-5866-9D94-A3C257304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7F42FDF7-4DAF-C821-C4A0-615C76E99DBA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383C9E0-4473-2553-D089-E823BD05AC21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0912F80-CA21-A78B-4C9D-24A64B82A96F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3F3EFF18-65BC-CAEB-A1E4-F96891B273B1}"/>
              </a:ext>
            </a:extLst>
          </p:cNvPr>
          <p:cNvSpPr txBox="1"/>
          <p:nvPr/>
        </p:nvSpPr>
        <p:spPr>
          <a:xfrm>
            <a:off x="434098" y="816424"/>
            <a:ext cx="8542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What is a Microcontroller?</a:t>
            </a:r>
            <a:endParaRPr lang="en-US" sz="40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137BB81-88AC-B778-DE8F-172C00C796CA}"/>
              </a:ext>
            </a:extLst>
          </p:cNvPr>
          <p:cNvSpPr txBox="1"/>
          <p:nvPr/>
        </p:nvSpPr>
        <p:spPr>
          <a:xfrm>
            <a:off x="1550265" y="2298898"/>
            <a:ext cx="443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5D2462"/>
                </a:solidFill>
                <a:latin typeface="Arial Black" panose="020B0A04020102020204" pitchFamily="34" charset="0"/>
              </a:rPr>
              <a:t>Arduino UNO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9EA1087-E970-21F4-2C79-F8B4BE867053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AAD11F-732D-FF2C-0453-C7AC9E3B2880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940AB49-AC0C-7CDF-F38C-FBF201D692F0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01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D744AA-C15A-7AF5-81A4-5DCB6C3B11AF}"/>
              </a:ext>
            </a:extLst>
          </p:cNvPr>
          <p:cNvSpPr txBox="1"/>
          <p:nvPr/>
        </p:nvSpPr>
        <p:spPr>
          <a:xfrm>
            <a:off x="487406" y="1464229"/>
            <a:ext cx="5521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integrated circuit that combines a microprocessor, memory, and peripheral interfaces on a single chip is known as a microcontroller.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4F1C8F7-F9C4-0338-406C-41DDDC8A6AD0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79077C-641F-49CE-8504-975D443D5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B5542C7-083A-C2C4-CB62-A5E47772A16F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E52DB1B-6552-1405-2E60-4F941E1842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E6B5135-591E-32EA-E790-032D82633D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32C52CA-046C-2943-F09F-04C793C3B8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4168306F-9B38-10BD-BE7B-D5C18B0211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603352A-8415-20E1-1479-C3F14FF71A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03B0EEA-7C99-0362-28CC-50FF70B97D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99D3709-C199-01D0-A234-527F43DA4B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C59979E-E741-212C-34C9-E52185CB02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1FB113C-696D-283A-C3FB-CAA0D947F0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09EF7FE-24BA-8524-7CD2-61DA961FA4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24" name="Picture 123" descr="ATmega328P-PU 8-Bit AVR Microcontroller IC 5V PDIP-28 for Arduino Uno (Without Bootloader)">
            <a:extLst>
              <a:ext uri="{FF2B5EF4-FFF2-40B4-BE49-F238E27FC236}">
                <a16:creationId xmlns:a16="http://schemas.microsoft.com/office/drawing/2014/main" id="{1E495A50-7A46-F030-12B1-C922D95A9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247"/>
          <a:stretch>
            <a:fillRect/>
          </a:stretch>
        </p:blipFill>
        <p:spPr>
          <a:xfrm>
            <a:off x="6069503" y="2653434"/>
            <a:ext cx="3439965" cy="3087474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C944A3D7-1446-155E-426A-0AA1CB88FF86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5686BAD-289A-5587-F798-4A7CA16E4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BA5F085-5079-C882-8EF5-367F38FD1D62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E8E7CDB3-B68A-0895-9943-DD0E9E0FED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729F2F50-3192-CF18-2BE9-57F3376029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2178AA4-FA89-FE01-D920-A89BFCA5AD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DC14944D-230C-5CF8-81C5-ADF0826F63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B281A850-8882-8167-542A-726DD5B846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E2397A5-E660-FB7B-2A29-E2D2169EF9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958EEAC-405D-C371-5CE7-7BA5DE152F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6FC48F1-9747-E9BE-43ED-3535DCB91D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87B4149F-37D0-F7B4-1FF2-6C8EAC463F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AD1140DE-AA78-C1EC-379C-71E465DEAD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111B7D1-C89A-3D85-8881-BC55DDB5B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126" name="Picture 125" descr="Arduino Uno Images – Browse 1,111 Stock Photos, Vectors, and Video | Adobe Stock">
            <a:extLst>
              <a:ext uri="{FF2B5EF4-FFF2-40B4-BE49-F238E27FC236}">
                <a16:creationId xmlns:a16="http://schemas.microsoft.com/office/drawing/2014/main" id="{DCC59F29-E960-1108-85E8-CB35B1CCC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294" y="3009383"/>
            <a:ext cx="3645553" cy="2462287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00C63CE8-2CD2-5989-5F54-2C1E7C954216}"/>
              </a:ext>
            </a:extLst>
          </p:cNvPr>
          <p:cNvSpPr txBox="1"/>
          <p:nvPr/>
        </p:nvSpPr>
        <p:spPr>
          <a:xfrm>
            <a:off x="6703114" y="2332620"/>
            <a:ext cx="443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5D2462"/>
                </a:solidFill>
                <a:latin typeface="Arial Black" panose="020B0A04020102020204" pitchFamily="34" charset="0"/>
              </a:rPr>
              <a:t>ATmega32P</a:t>
            </a:r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154EFB46-21E3-6C91-2157-8D391671C1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1665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  <p:bldP spid="15" grpId="0"/>
      <p:bldP spid="1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559A-724B-C910-E2A4-164B26625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C6C8A6-C620-5236-6D5E-50FBB97FC111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D1C4D52-D2E4-D863-E1EF-BDE2F7A5A93D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F94FC5C-CCAF-4179-E05F-E5DC46725037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F7FB3B0-BE19-4E05-C82B-B36C6F1670B4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AB29D98-2044-A0FC-F2D4-50100DFA629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5B610D1-4497-A533-D718-D231A739A1EB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EDEAF1E-F0E1-D10A-C93F-10F402E49D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BBD2472-8530-3C06-97EB-5D0E311A185C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6DB09E18-E146-CDDF-87A0-91FC5E25F418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019A865-6010-9F5B-2333-7361D66887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C152C14-FEC5-35EB-075F-BAF4A9C279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DE05DB6-4242-46F8-EF4A-AAC9919FC72B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B48019E-6EF9-7AF5-5E52-5F1F97141C96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F16A776-9EA3-C218-73BC-D2936C77813D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0C962D4-26AA-D471-364A-63C15251CBBE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BBBE3F7-FF7A-258C-A474-CD2A2D82A413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FB036114-DA33-46A2-376C-FFA4287993A6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EAE291CB-8AC6-C517-6131-48C7C6F4E3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DB9ACC72-FE98-8AFF-DA10-4F07C86953D2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1CAD6C59-1B65-A157-0CE9-B85FE67085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CE6C76E-5650-1643-E0FC-31CFDD668C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711E8B71-8FC1-2C66-1C30-88DC78980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6BAEAFC3-B4B8-E970-7490-5E0A97D9BB87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45906D8-8DBD-5CDC-6A10-D9C4F8846841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B5E19FA-4F38-A1B9-9AEC-CE40252CBBA1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DDABC1F0-863C-D837-30FE-AD738094F0C8}"/>
              </a:ext>
            </a:extLst>
          </p:cNvPr>
          <p:cNvSpPr txBox="1"/>
          <p:nvPr/>
        </p:nvSpPr>
        <p:spPr>
          <a:xfrm>
            <a:off x="3876523" y="704878"/>
            <a:ext cx="443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Arduino UNO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BA7F12B-EA97-0092-8D83-3D563F95D496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0A6BE2-799E-5BCA-995B-065A1DCCD6BB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AD36290-17E8-D52F-61A4-DDEF9D3DDFC3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02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6CCE512-85C7-F3E1-1F0D-E1C7299C2E16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15481D-CD39-8940-CEB9-B34717C872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927D5B2-E23D-0274-73DC-2E02FFFD4C2A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6C016B8-E15C-1AAC-1573-41006783E7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73F30B3-C970-11F7-B60B-4651DF06DF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1344AF4-EE9E-3BD4-9A23-CA3996C289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9D1C764-657C-4450-D149-9E46648E80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77BB36D-E20A-F351-881B-573A5493E7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92151B6-642C-F9EB-2D19-573100295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2297D2D-8AB7-50A5-2B5A-34B9051407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469EA38-E016-21AF-F477-0EEBF58831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0106E45-D05E-D89A-6D34-A3B2C7E821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3FF0EAA4-71B6-BEAA-DDF0-4DBB0FDCB6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4407142-2EFC-0319-025C-7D23B0568ECC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ECAE0E3-9900-E0D9-7FE2-6160010CC1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1665F5D-E8FB-9E2E-8AE7-6F755549AFFF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FA001BA5-1E88-0C52-01A6-8AEA8C016D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3B9FFB37-BCE6-91FE-C891-61C4F4EAC1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C3547518-6E77-B88F-B270-C0DCB1129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EEEBB28-E5F5-EAE1-8090-529C901458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5DAAF1AB-C049-B9C4-5777-B6C1AA7B4D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E45284C2-8A17-041C-7E80-6435667313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1263108-280C-DEAF-2D4C-6243E4C2BE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3C8ADCEA-B8CD-F9B5-BF9B-205633596E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C5E5A58-2664-5B60-F7D8-D23A495625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EC9E9590-1782-C242-6AD2-3F9FF7535C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D06E2B20-A745-DE4E-BA5B-84114D99F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126" name="Picture 125" descr="Arduino Uno Images – Browse 1,111 Stock Photos, Vectors, and Video | Adobe Stock">
            <a:extLst>
              <a:ext uri="{FF2B5EF4-FFF2-40B4-BE49-F238E27FC236}">
                <a16:creationId xmlns:a16="http://schemas.microsoft.com/office/drawing/2014/main" id="{674E0FFA-C2C2-1984-ABA8-B4955CB23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155" y="2574286"/>
            <a:ext cx="3645553" cy="2462287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5C760816-DA91-CF55-A811-830CE3994B40}"/>
              </a:ext>
            </a:extLst>
          </p:cNvPr>
          <p:cNvGrpSpPr/>
          <p:nvPr/>
        </p:nvGrpSpPr>
        <p:grpSpPr>
          <a:xfrm>
            <a:off x="947211" y="1366180"/>
            <a:ext cx="6113981" cy="1916912"/>
            <a:chOff x="947211" y="1366180"/>
            <a:chExt cx="6113981" cy="1916912"/>
          </a:xfrm>
        </p:grpSpPr>
        <p:sp>
          <p:nvSpPr>
            <p:cNvPr id="5" name="Left Bracket 4">
              <a:extLst>
                <a:ext uri="{FF2B5EF4-FFF2-40B4-BE49-F238E27FC236}">
                  <a16:creationId xmlns:a16="http://schemas.microsoft.com/office/drawing/2014/main" id="{BF9E3781-133C-4CF2-3402-0CB9C9A6D4FD}"/>
                </a:ext>
              </a:extLst>
            </p:cNvPr>
            <p:cNvSpPr/>
            <p:nvPr/>
          </p:nvSpPr>
          <p:spPr>
            <a:xfrm rot="5400000">
              <a:off x="6193682" y="1707109"/>
              <a:ext cx="105955" cy="1629065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6EAD55-046D-F8D8-D9C9-22A5560EDC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7900" y="1566235"/>
              <a:ext cx="897398" cy="8973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FCC603D-0112-B7AC-78B8-6B727B3188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666" y="1575105"/>
              <a:ext cx="1841234" cy="0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B5BCDF0-F00A-BA3B-BCB0-246BCF04B55F}"/>
                </a:ext>
              </a:extLst>
            </p:cNvPr>
            <p:cNvSpPr txBox="1"/>
            <p:nvPr/>
          </p:nvSpPr>
          <p:spPr>
            <a:xfrm>
              <a:off x="947211" y="1366180"/>
              <a:ext cx="18511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5D2462"/>
                  </a:solidFill>
                  <a:latin typeface="Arial Black" panose="020B0A04020102020204" pitchFamily="34" charset="0"/>
                </a:rPr>
                <a:t>Digital Pins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6F72403-B144-69D6-FB4F-73B7FDBA67AC}"/>
                </a:ext>
              </a:extLst>
            </p:cNvPr>
            <p:cNvSpPr txBox="1"/>
            <p:nvPr/>
          </p:nvSpPr>
          <p:spPr>
            <a:xfrm>
              <a:off x="968478" y="1805764"/>
              <a:ext cx="2737063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</a:t>
              </a:r>
              <a:r>
                <a:rPr lang="en-US" b="1" dirty="0"/>
                <a:t>0</a:t>
              </a:r>
              <a:r>
                <a:rPr lang="en-US" dirty="0"/>
                <a:t> to </a:t>
              </a:r>
              <a:r>
                <a:rPr lang="en-US" b="1" dirty="0"/>
                <a:t>13</a:t>
              </a:r>
              <a:br>
                <a:rPr lang="en-US" dirty="0"/>
              </a:br>
              <a:r>
                <a:rPr lang="en-US" dirty="0"/>
                <a:t>Special Func.</a:t>
              </a:r>
            </a:p>
            <a:p>
              <a:pPr marL="285750" indent="-285750">
                <a:buFontTx/>
                <a:buChar char="-"/>
              </a:pPr>
              <a:r>
                <a:rPr lang="en-US" b="1" dirty="0"/>
                <a:t>0,1</a:t>
              </a:r>
              <a:r>
                <a:rPr lang="en-US" dirty="0"/>
                <a:t>  RX,TX</a:t>
              </a:r>
            </a:p>
            <a:p>
              <a:pPr marL="285750" indent="-285750">
                <a:buFontTx/>
                <a:buChar char="-"/>
              </a:pPr>
              <a:r>
                <a:rPr lang="en-US" b="1" dirty="0"/>
                <a:t>3,5,6,9,10,11</a:t>
              </a:r>
              <a:r>
                <a:rPr lang="en-US" dirty="0"/>
                <a:t>  PWM</a:t>
              </a:r>
            </a:p>
            <a:p>
              <a:pPr marL="285750" indent="-285750">
                <a:buFontTx/>
                <a:buChar char="-"/>
              </a:pPr>
              <a:r>
                <a:rPr lang="en-US" b="1" dirty="0"/>
                <a:t>13</a:t>
              </a:r>
              <a:r>
                <a:rPr lang="en-US" dirty="0"/>
                <a:t>  Built-in LED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55647A8-5FA6-9FB9-BE03-70A7E8BB20EC}"/>
              </a:ext>
            </a:extLst>
          </p:cNvPr>
          <p:cNvGrpSpPr/>
          <p:nvPr/>
        </p:nvGrpSpPr>
        <p:grpSpPr>
          <a:xfrm>
            <a:off x="964824" y="3752860"/>
            <a:ext cx="5362239" cy="1655676"/>
            <a:chOff x="964824" y="3752860"/>
            <a:chExt cx="5362239" cy="1655676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99D699E4-A6E8-D8CE-D52B-6D77499BC273}"/>
                </a:ext>
              </a:extLst>
            </p:cNvPr>
            <p:cNvSpPr/>
            <p:nvPr/>
          </p:nvSpPr>
          <p:spPr>
            <a:xfrm rot="16200000">
              <a:off x="5998666" y="4822720"/>
              <a:ext cx="89721" cy="567072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1CEB9BA-885B-A8A8-9636-C87F57D23294}"/>
                </a:ext>
              </a:extLst>
            </p:cNvPr>
            <p:cNvGrpSpPr/>
            <p:nvPr/>
          </p:nvGrpSpPr>
          <p:grpSpPr>
            <a:xfrm flipH="1">
              <a:off x="2066529" y="5036573"/>
              <a:ext cx="4049059" cy="371963"/>
              <a:chOff x="6696378" y="5018744"/>
              <a:chExt cx="4161522" cy="371963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AEEE4DB-D4F9-D470-2195-3E4304B203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85937" y="5018744"/>
                <a:ext cx="371963" cy="371963"/>
              </a:xfrm>
              <a:prstGeom prst="line">
                <a:avLst/>
              </a:prstGeom>
              <a:ln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F0A9951-DB41-E45D-091B-1954517BAC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96378" y="5151118"/>
                <a:ext cx="239590" cy="23958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5941D92-0A0E-4EB1-E916-04FAE8A210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5968" y="5372878"/>
                <a:ext cx="3549969" cy="17829"/>
              </a:xfrm>
              <a:prstGeom prst="line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A8854AE-05E3-B147-FCD4-AABA2F3ED0B7}"/>
                </a:ext>
              </a:extLst>
            </p:cNvPr>
            <p:cNvSpPr txBox="1"/>
            <p:nvPr/>
          </p:nvSpPr>
          <p:spPr>
            <a:xfrm>
              <a:off x="964824" y="3752860"/>
              <a:ext cx="18511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5D2462"/>
                  </a:solidFill>
                  <a:latin typeface="Arial Black" panose="020B0A04020102020204" pitchFamily="34" charset="0"/>
                </a:rPr>
                <a:t>Power Pins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949C2B4-058F-125A-1C72-41C5A97BEF95}"/>
                </a:ext>
              </a:extLst>
            </p:cNvPr>
            <p:cNvSpPr txBox="1"/>
            <p:nvPr/>
          </p:nvSpPr>
          <p:spPr>
            <a:xfrm>
              <a:off x="968566" y="4095414"/>
              <a:ext cx="27370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3.3V   &amp;    5V</a:t>
              </a:r>
            </a:p>
            <a:p>
              <a:r>
                <a:rPr lang="en-US" dirty="0"/>
                <a:t>GND</a:t>
              </a:r>
            </a:p>
            <a:p>
              <a:r>
                <a:rPr lang="en-US" dirty="0"/>
                <a:t>Vin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07B083C-0AB4-3BF0-B3E9-9CFE7E8BF9FC}"/>
              </a:ext>
            </a:extLst>
          </p:cNvPr>
          <p:cNvGrpSpPr/>
          <p:nvPr/>
        </p:nvGrpSpPr>
        <p:grpSpPr>
          <a:xfrm>
            <a:off x="6402779" y="3792710"/>
            <a:ext cx="4564767" cy="1597997"/>
            <a:chOff x="6402779" y="3792710"/>
            <a:chExt cx="4564767" cy="1597997"/>
          </a:xfrm>
        </p:grpSpPr>
        <p:sp>
          <p:nvSpPr>
            <p:cNvPr id="8" name="Left Bracket 7">
              <a:extLst>
                <a:ext uri="{FF2B5EF4-FFF2-40B4-BE49-F238E27FC236}">
                  <a16:creationId xmlns:a16="http://schemas.microsoft.com/office/drawing/2014/main" id="{D413825E-B392-5BB5-BBA2-5C2E12174FCE}"/>
                </a:ext>
              </a:extLst>
            </p:cNvPr>
            <p:cNvSpPr/>
            <p:nvPr/>
          </p:nvSpPr>
          <p:spPr>
            <a:xfrm rot="16200000">
              <a:off x="6727770" y="4736409"/>
              <a:ext cx="89719" cy="739701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B66E528-77F4-B58A-3734-B529D6DE862B}"/>
                </a:ext>
              </a:extLst>
            </p:cNvPr>
            <p:cNvGrpSpPr/>
            <p:nvPr/>
          </p:nvGrpSpPr>
          <p:grpSpPr>
            <a:xfrm>
              <a:off x="6696378" y="5018744"/>
              <a:ext cx="1840210" cy="371963"/>
              <a:chOff x="6696378" y="5018744"/>
              <a:chExt cx="1840210" cy="37196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F7B78AE-F8F5-7353-4FBB-FB29847A83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4625" y="5018744"/>
                <a:ext cx="371963" cy="371963"/>
              </a:xfrm>
              <a:prstGeom prst="line">
                <a:avLst/>
              </a:prstGeom>
              <a:ln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F68060E-CBE2-0A92-DA7D-097E47829F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96378" y="5151118"/>
                <a:ext cx="239590" cy="23958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3122BA1-FA0C-8677-226B-9BF3978834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5968" y="5390707"/>
                <a:ext cx="1228657" cy="0"/>
              </a:xfrm>
              <a:prstGeom prst="line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8F60C9F-5ADA-14D6-294B-752582F4E117}"/>
                </a:ext>
              </a:extLst>
            </p:cNvPr>
            <p:cNvSpPr txBox="1"/>
            <p:nvPr/>
          </p:nvSpPr>
          <p:spPr>
            <a:xfrm>
              <a:off x="8262696" y="3792710"/>
              <a:ext cx="18511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5D2462"/>
                  </a:solidFill>
                  <a:latin typeface="Arial Black" panose="020B0A04020102020204" pitchFamily="34" charset="0"/>
                </a:rPr>
                <a:t>Analog Pins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46E212C-8E6B-0DED-1A97-2073B70E4927}"/>
                </a:ext>
              </a:extLst>
            </p:cNvPr>
            <p:cNvSpPr txBox="1"/>
            <p:nvPr/>
          </p:nvSpPr>
          <p:spPr>
            <a:xfrm>
              <a:off x="8230483" y="4192820"/>
              <a:ext cx="27370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</a:t>
              </a:r>
              <a:r>
                <a:rPr lang="en-US" b="1" dirty="0"/>
                <a:t>A0</a:t>
              </a:r>
              <a:r>
                <a:rPr lang="en-US" dirty="0"/>
                <a:t> to </a:t>
              </a:r>
              <a:r>
                <a:rPr lang="en-US" b="1" dirty="0"/>
                <a:t>A5</a:t>
              </a:r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44EDB2F6-94E2-15CA-A997-F4395103E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5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E306-782E-6BF4-852A-384E0E0B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9B5025-C8FE-85AF-602E-E2827E4228A0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9EE1015-9048-5875-18E8-714D68EBE577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BFAA7A7-D8E3-5C0D-CCDC-58F1D7FBEF7C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5615582-918B-C7E3-01F6-1BE46537702B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EFD9031-E4F9-AE72-9BF3-75DEA5B88BDE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C4A3003-5336-F679-AED0-C8375276D1ED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A16D745-43F7-51B8-1A72-55A4D72845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92F1D7B-6189-A5DB-7E2B-701328741610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8FF9379-D0AB-4903-043E-BA464B2B6129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7D121382-DACD-C52B-F3F1-C95FF0D7A3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9904DFA-37E8-C103-87B9-9835ADE907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5AFA6E8-D3BC-10CC-1783-D1438BD4B7AF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90099569-6B82-61C9-3A2B-149D557F22E5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38980481-9002-EB10-1901-3E150F4850EC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60C6377-9C05-56CA-0471-5939F46AE2E4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36560AC-80CC-5063-D0EE-27DBCF8B41EB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2A526569-89CB-76BE-8798-20942BB2490A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8F324D82-93F7-BFB1-A99F-02D5672EA5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1B251CBF-BE2F-5695-7ADF-F16CC2DBB942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0DE6FCD2-A588-2BB8-F8ED-ADF6FA8E0F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15DA23A8-9A42-DC13-DC8F-3C414599E1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3E353548-FA72-8900-9CC9-40C262A17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1191A16B-422B-AC84-52E6-29442B02B615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0718EB7-5250-3F2F-8D24-CD683D0E8C9B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3621AFB-3052-6657-5B3C-D56A4A83D4ED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3B51EC08-00FB-911F-E571-30C10E260581}"/>
              </a:ext>
            </a:extLst>
          </p:cNvPr>
          <p:cNvSpPr txBox="1"/>
          <p:nvPr/>
        </p:nvSpPr>
        <p:spPr>
          <a:xfrm>
            <a:off x="3876523" y="704878"/>
            <a:ext cx="443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ESP32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11BDC15-4FA1-8C63-7575-9F993C92775C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047030-C64E-F729-CA67-96A746140191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A8437D7-9BF3-BDBF-26BD-B0ECF0ABB741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03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E7376AE-14B8-9B43-B9F8-E1E492D6BDD7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F522E76-6AC7-FB77-8393-47C774F291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38640CD-8F74-7BDA-2A05-31B8EC486790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3AF0D5F-9AD4-2C6B-B0B4-6A52842663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203DABA-6664-96E8-D175-5592CB45F9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B2FF2AB-7BE5-3B64-C74D-EB810A20CB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E6F7544-069F-40EB-D1EA-EE7DE6DB44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BD14E03-0844-8CB1-3EAE-87D0814369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04A425F-581A-2385-7EFD-2827C23A5E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3B19753-B25C-35E0-501A-D69A4C6993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42E98961-38EE-42B3-6E28-4CA4394502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8E56A0D-C55D-7F5D-2CF8-7A3B88CA92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2D3F26C5-D694-FD7F-5EDE-BE12248516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7130FA5-5CFE-6B8A-F748-A2FE7C36725E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05E8876-AD00-8F55-7817-85CD04CBBF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A57B7A7-59BF-D561-BCCF-7964AA913BF0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81DA87A-6A99-089F-158D-3C58638A9C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DE2A9C8-4F63-081C-3CD4-BF03B69A27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C1200EF-2CD4-0D29-0E03-97FDC5B173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65DE740F-6568-E9D7-67FD-A6CD978BB4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36500FD6-8CE9-CEFA-27D4-CEE7B577D5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FA3CB43-9FE5-E2B5-6924-37C189202D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31C3D142-319C-5FF3-FBB0-E5665E64C0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6001EFF-FD46-CBC5-765E-8547B22B4A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11BF5FFE-3A94-E863-16EE-CBA38FCE81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E842EE6-FCF6-87E9-FDE4-41D85A147B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3857D290-EBDA-EF6D-1624-F1212779B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AD1A9F0-4741-D334-06A7-E7F814883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C049EF-906B-96D0-FFB5-61B5C9CAB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299" y="1584647"/>
            <a:ext cx="5442249" cy="3749762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F4D9ECB3-B4D7-D467-BD57-05985E3D2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491" y="1378833"/>
            <a:ext cx="448809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en-US" b="1" dirty="0"/>
              <a:t>GPIO Pins </a:t>
            </a:r>
            <a:r>
              <a:rPr lang="pt-BR" altLang="en-US" dirty="0"/>
              <a:t>(Digital I/O):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en-US" dirty="0"/>
              <a:t>GPIO 2, 4, 5, 18, 19, 21, 22, 23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/>
              <a:t>Analog Pins </a:t>
            </a:r>
            <a:r>
              <a:rPr lang="en-US" altLang="en-US" dirty="0"/>
              <a:t>(ADC):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/>
              <a:t>GPIO 32 → 39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*Note: these pins are input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Boot/Strapping Pins </a:t>
            </a:r>
            <a:r>
              <a:rPr lang="en-US" altLang="en-US" dirty="0"/>
              <a:t>(Be Careful):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These affect startup behavior: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GPIO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GPIO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GPIO 12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GPIO 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Pins to avoid </a:t>
            </a:r>
            <a:r>
              <a:rPr lang="en-US" altLang="en-US" dirty="0"/>
              <a:t>(Be careful):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GPIO 6–11 → used internally for flash memory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GPIO 34–39 → input only (no output)</a:t>
            </a:r>
          </a:p>
        </p:txBody>
      </p:sp>
    </p:spTree>
    <p:extLst>
      <p:ext uri="{BB962C8B-B14F-4D97-AF65-F5344CB8AC3E}">
        <p14:creationId xmlns:p14="http://schemas.microsoft.com/office/powerpoint/2010/main" val="393836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2B45-3880-4FED-3C46-8BD4859C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7DC2C7-4846-A112-884F-DFE19E5D0E9A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457D23E-B513-D998-1675-39DA1D9A22BC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6328DB9-97F6-BEF5-FC2E-705CA494A122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CD5D575-0F83-25D5-A3F0-3D6176F6BA02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5B2A038-5CC1-7602-4C77-3F0E9AA8658A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11B6242-202E-0C5C-2F5A-FF0C4313F951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E33CDA1-CC60-A7A7-41A0-2A06179759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4B7E20C-50A1-A213-045B-8CA9C0E9BD44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20654E53-9E31-48AA-EF49-3267DD98DB45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2FB3B35-1058-7C03-9695-4C17B97D4D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162FF9A-763F-18FA-8273-090BDFBCE1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BEFAFB1-A9FF-F1B7-42B2-35329055719A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9741A0E-7F88-BCD2-6B86-AB9759779038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2A7AEC1-7E44-4C5B-BE71-533D23202DA4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EA348506-B8D6-50EF-930D-2622800497AE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7E9A23B-452C-B31A-292F-52C0753FFD04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39639E1-AF23-6AFF-81C8-0F1744F91B4A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183F6A02-1A95-140F-BAA9-CF454E2D15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3F0A4C7-EC5E-17C2-2269-811F6B7D4C69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A9CF4902-4112-4ED3-A973-E5693566E6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B8EBD72-D487-3AD6-7E00-20D216D9CD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26BD17AF-6C10-8A55-4282-77517C0D9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57C94660-C95F-FC24-4171-133DFDFBC4CC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C90DA7C-7585-2660-EA00-CDE591A587DC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EE1F786-4D95-9230-E0FC-7D34B3CECD6B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0D4AB22A-6FA4-1CA8-3BD0-A3E6EA436EAB}"/>
              </a:ext>
            </a:extLst>
          </p:cNvPr>
          <p:cNvSpPr txBox="1"/>
          <p:nvPr/>
        </p:nvSpPr>
        <p:spPr>
          <a:xfrm>
            <a:off x="3876523" y="704878"/>
            <a:ext cx="443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Signal Types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593C436-C160-C60F-8D08-A33C3689F59B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D989A73-B09A-3303-7F18-305153D7D236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9FA6CE-8EB8-F201-A4DD-6203855B0554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04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EDBD832-EEB8-9439-055B-A57EA4CBBE14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43CF461-C74F-81A4-057E-9755D62014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072FB18-9A31-473A-9A71-E212F2B8ED1C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DF469FD-21C8-8AB8-F5FA-E2A9B3761D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636E085-CB2D-7793-C529-9DCA54DF0D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09BDEDB-A020-6E8E-ABE2-E6EC945979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DFC9BDF-1521-F7DB-BC3D-34845BF18F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DB4FBD4-CC55-A0E9-4666-09AB86036E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2366F8CC-FDDD-AB37-FF43-E34CB5C886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5269425E-CFC6-F372-226E-11864C2120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7441D9D-9C57-F9E0-CF9E-8C3A1A57EF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5144EC0-68EF-7B85-9AAA-0D004B89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17BA566-F37A-F18F-A4C9-6EBBC8DC09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490B28B-1F32-6021-3F2D-5B6E4FEFBB6C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5105080-ECE1-10D5-756D-A25FB474B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C8276D9A-3928-5123-F7C1-D150DC7D00D0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87D5A21-12BC-7299-8A12-A03F60A280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339843CB-6E58-455F-FFB1-FD6614A12E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95A5504-7112-4128-4091-0E025A1D57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F868D91E-F24C-501A-151A-14E287FF66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1E85C8A1-D6A9-38C0-49EE-C71CD13642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3FDBDB3-5DCF-67F6-2E9F-152B4AF903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AC7FFC24-90E3-0275-E7B5-20DF7BDFB1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FF46E2B-D9A1-1EA3-0E42-4148BEC9C7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AADF36D-5108-5DE1-FD7F-0D228B379D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86ACCA6-B171-8C8E-83BC-21554CC950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0D05EEEE-3E87-C7DA-0760-9776EA5E0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5E1AE97-6629-3DB7-3063-418D9BE2D597}"/>
              </a:ext>
            </a:extLst>
          </p:cNvPr>
          <p:cNvSpPr txBox="1"/>
          <p:nvPr/>
        </p:nvSpPr>
        <p:spPr>
          <a:xfrm>
            <a:off x="7764238" y="1412764"/>
            <a:ext cx="2587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Digital signal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585D0-201E-D1B5-BF22-FE95DE1C772E}"/>
              </a:ext>
            </a:extLst>
          </p:cNvPr>
          <p:cNvSpPr txBox="1"/>
          <p:nvPr/>
        </p:nvSpPr>
        <p:spPr>
          <a:xfrm>
            <a:off x="1484304" y="1412039"/>
            <a:ext cx="2587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Analog signal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1BA6EE-FED8-03AA-B5FC-7FEBB32943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72" r="7635"/>
          <a:stretch>
            <a:fillRect/>
          </a:stretch>
        </p:blipFill>
        <p:spPr>
          <a:xfrm>
            <a:off x="557546" y="1812149"/>
            <a:ext cx="4024584" cy="3003467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9B761E-C01C-D8FF-AD0E-9549F67E2827}"/>
              </a:ext>
            </a:extLst>
          </p:cNvPr>
          <p:cNvSpPr/>
          <p:nvPr/>
        </p:nvSpPr>
        <p:spPr>
          <a:xfrm>
            <a:off x="4979153" y="2675372"/>
            <a:ext cx="1570303" cy="1155413"/>
          </a:xfrm>
          <a:prstGeom prst="roundRect">
            <a:avLst/>
          </a:prstGeom>
          <a:noFill/>
          <a:ln w="38100">
            <a:solidFill>
              <a:srgbClr val="9306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ADC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2C0351-DDF3-1875-F012-5FA46CD87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971" y="1915373"/>
            <a:ext cx="4438952" cy="28387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DF7F93-3487-862F-A62B-3A432195C4FE}"/>
              </a:ext>
            </a:extLst>
          </p:cNvPr>
          <p:cNvSpPr txBox="1"/>
          <p:nvPr/>
        </p:nvSpPr>
        <p:spPr>
          <a:xfrm>
            <a:off x="871871" y="4912242"/>
            <a:ext cx="7985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ADC</a:t>
            </a:r>
            <a:r>
              <a:rPr lang="en-US" dirty="0"/>
              <a:t> is an electronic circuit that converts a signal from analog form (continuous) into digital form (discrete), so that the processor can read it as an ordinary number.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D6F3FA8-44A1-22C9-5EF7-37F7B5172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6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1B5B4-1A52-B6B6-A5EA-D8153DBF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20B28F-2AB9-4CD8-6FEB-50EBF3D6DAE4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4AC7B3F-04C4-0D3A-8EDF-6C3DB1B6F22E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BFBA4AC-310A-55FF-9D89-432012F11C66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EA04C7F-0DEF-013C-60D1-A8C73C6709AA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FD820CB-ADC1-59BD-3AE6-BA67EB8818AE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09E36FC-CCEE-A350-8B71-3CA3E3A29CD5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BDA42AA-DC47-4602-ED87-6D96C588CF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73934BA-8315-8F41-1661-839C74F778B4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9154F7E-4CBD-1DF4-038D-2109C848EF79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D4BC1D3-F9C1-03C2-83D0-7EEE8ABA1E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3736FF4-7DB1-95C2-B684-AD2FDA5C54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C5C0F61-B4FD-D1FD-73AB-D899C650E038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F957ABA-DFF7-571C-0AB0-8CC5A7FC6121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9C4C2B8-EEA7-E9BD-F26D-31ACC56F0E44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8CE3901-6CEB-12C3-E91D-05BFF1AF8138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BB68C3D3-C796-D3B2-AFB4-634DB49477CB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9829646-13D7-69FF-C71E-259A6E3C6A02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648D8CA9-9CF9-E275-338D-5099D0FFF0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1278FF91-B24D-97E7-FEC2-D7CA584E946B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CE076DC2-3234-0DE0-86F1-789C1D665B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BD30E5F6-9AA1-F862-F0CF-34ADF7DCB8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997A34DA-0C05-CFB7-093E-D827DBDFF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D732D2D6-7C4B-59CD-4C3E-98A8513632A8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8BAE342-F45F-2B16-DD3E-232CB36463FF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6B7D260-4875-6531-B2E7-9DE9E93E378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89F5A20D-A236-56DC-4F71-02478252AAB8}"/>
              </a:ext>
            </a:extLst>
          </p:cNvPr>
          <p:cNvSpPr txBox="1"/>
          <p:nvPr/>
        </p:nvSpPr>
        <p:spPr>
          <a:xfrm>
            <a:off x="702689" y="827088"/>
            <a:ext cx="10652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can we talk to a microcontroller?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7B77AE5-FE13-066E-EF07-DB1D8FCEAF03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E6F89C-6503-169C-169E-DA3C9CBC1C9A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61F5A31-4611-6F0E-8D81-BAAD1AA75205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05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730C76F-6603-E7FF-A673-30E517015BCB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6450C5-3541-0FEB-E1D5-48A1A33DFB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4478B206-4B97-2AEB-BC60-A8FECA1CE1C2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0410B3F-D166-F147-1ABD-26B6C70A7A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09E1F9F-3073-B10C-73A2-16F3C6D047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D157FDC-B3AA-AB08-49D6-0AF404AAC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788F29A-8B7D-BC12-B174-CD9D216DCE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29B65DA-6B9B-3B9A-89B6-0C3E91D3CB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F90EE061-A833-693D-D56B-527427A7AD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F6AD21F-7D79-CD51-8C7E-6F4B75ABF6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43ACE7B-38B2-462A-C700-EA157706FF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00771A90-A7A9-51D6-6523-89ABB18F2A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864C0A5-F361-EC12-45FB-CA9C2B6031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BF99517-2341-227B-32CA-181552C970EC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A0B2566-3FD6-D7B7-6524-2255D22057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2CDC1FF0-A9BC-8E51-8196-255C83E7A7B0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C1E9B8DC-DB9B-F9F5-3FF1-309842B91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745205B7-531F-02AB-6C70-5425926271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F5BA028-7557-7DCC-64D0-248CC6E37B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1CF086CD-0AED-7783-4D46-5B0DBAF828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B6A3C5E-3BCE-7EEA-4ACE-7BB0FEC414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D0D3640-1EE9-19B6-2697-283A123F22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7847B3E3-8D3C-EAC8-DBD0-C657A9C18F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3AB4D81E-AD19-B63C-81C3-1155D27847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EE001FF5-167B-AD54-DBAE-6C5BFACEB7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D61AC46-83F2-DAC4-C8FB-221431050F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DC7D7CEB-B328-CA7C-3034-C3122B7F5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A30B22-EB3D-57E7-92FE-7F70D4F53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017" y="1647585"/>
            <a:ext cx="5810429" cy="30883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2FD8A5-9C87-16F9-AEF1-D1AC8B5577DD}"/>
              </a:ext>
            </a:extLst>
          </p:cNvPr>
          <p:cNvSpPr txBox="1"/>
          <p:nvPr/>
        </p:nvSpPr>
        <p:spPr>
          <a:xfrm>
            <a:off x="820065" y="1765853"/>
            <a:ext cx="1851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Arduino IDE</a:t>
            </a:r>
          </a:p>
        </p:txBody>
      </p:sp>
      <p:pic>
        <p:nvPicPr>
          <p:cNvPr id="22" name="Picture 21" descr="Arduino color icon in PNG, SVG">
            <a:extLst>
              <a:ext uri="{FF2B5EF4-FFF2-40B4-BE49-F238E27FC236}">
                <a16:creationId xmlns:a16="http://schemas.microsoft.com/office/drawing/2014/main" id="{A1FE4C4E-AB19-CCA1-BA90-EF986AB06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1015" y="1424902"/>
            <a:ext cx="1066801" cy="106680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FBEF897-8A0C-E9E3-CA59-2649E64B24ED}"/>
              </a:ext>
            </a:extLst>
          </p:cNvPr>
          <p:cNvSpPr txBox="1"/>
          <p:nvPr/>
        </p:nvSpPr>
        <p:spPr>
          <a:xfrm>
            <a:off x="792407" y="2592286"/>
            <a:ext cx="4006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Arduino IDE</a:t>
            </a:r>
            <a:r>
              <a:rPr lang="en-US" dirty="0"/>
              <a:t> (Integrated Development Environment) is the software you use to write, compile, and upload code to Arduino boards/Other Boards.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2E62CE8-78A8-CACB-A86E-403AA92097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6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EA0C-09A0-93DC-3B0B-669723FC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6AA9E3-DF1E-F92E-70EF-E97D3F0DB549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D2454D8-60D8-205C-EFA9-17D98EDC835F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D83D003-E569-D931-6527-A4002E1A76DC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A043881-843C-A167-1164-04D2D0960FC9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27A6151-D099-9EEC-A4F1-C2CBEBE6B432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7B2DB98-D8AB-C0D7-330D-B71EDEA84A4A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5591328-ECB3-203E-40D9-9D9DA7F66C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2CD481B-63C5-FF88-2872-1E9E10F0BB85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C87CDEA-15D0-EA21-1384-C1E0A2172B85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E34E1ED-B6EB-A56B-86F8-E1809B2DA8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DD641C1-0674-7038-0038-51FEC721A4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CC3D70-B54B-C2E9-60A2-7333D6BDB9DF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CD51019-5291-16EE-E6C3-8438DA5856ED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225A4AB-38A5-B05C-F600-780090FCA10C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4637567-EC17-39EC-E1AF-26B333A13F69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8FACEC8-005F-E936-58F6-EB2E9BEF6AE8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72DBD2A3-4A76-7AB4-C42E-8CCE0EA6ED7A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3B00A50E-89D0-BAE9-1210-C64AFBFB6B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83C04DD5-82FE-2926-95F6-F5DB656F15EB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781C3908-58A1-7A2A-0371-24B21ECE28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6D31F13-9906-45F3-E5B6-C13FD65DA7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85C5CF50-265E-985F-A779-8A2DEE835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75F17665-11DC-8EFF-74A3-B716DD197150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FA6007A-ED14-371D-1124-4A7574D1A9B5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4F408958-1C3A-4D75-2EE1-728AB0EEC118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9F87E8A9-3771-9108-92C8-DD2ED5679B14}"/>
              </a:ext>
            </a:extLst>
          </p:cNvPr>
          <p:cNvSpPr txBox="1"/>
          <p:nvPr/>
        </p:nvSpPr>
        <p:spPr>
          <a:xfrm>
            <a:off x="702689" y="827088"/>
            <a:ext cx="10652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Coding intro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BD5E06B-7AD4-BD21-3A19-997749DF4440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E458851-D6BE-91D4-58AB-7A0C0F53127B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6C983D-C09D-C6C5-FA17-6FF4AAE651AF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06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2B45C26-69EF-68DE-F785-AAE178C15ECD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397458-9003-D377-9EC0-59C655096A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01DD6AE-2562-F792-7BB0-3EA5B6E7271D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395C09-30E3-0F5A-8C97-9814FE027F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26458B9-3A70-1758-9B62-CEB68AC150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54DADCD-5C02-4F12-523D-42FDDDF039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0279231-527F-3C57-CEE5-DB966C7B3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743B055-F829-FDBE-FD4D-B43A03027B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6403B3-BECE-2F72-1C3F-CD6ECC9AFA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1D01F8B-BD54-342C-C197-880D32619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87C9EE6-8EBE-442D-665F-13494CE9DC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9B7FDB1-42C2-F3E9-59DE-58E3A523B8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23B7827F-7087-D51B-5B87-8549F3CE45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9E322BD-2A8E-4EB6-6338-5AFB3276D3E3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431B5D7-C3F6-035D-4007-079D70BF9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B8E12B4-233B-9CAF-86BA-BD373B6ACFAD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BAE6058-1690-36DE-1338-82B8E4B56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CB47439-5945-178D-C69F-803FF60DA4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059C751-8F0C-A863-1F57-2CBFDF194B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9B9AF1C4-B427-F505-F4B0-90102D79F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515645B4-6194-52BD-5C5E-F958F2E46B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8ED86A4F-DA5D-AA85-D8BF-FEE5B0D660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31A2C769-820B-496A-0323-094CD9DCF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485DF8D-29CC-143C-27DA-7FAF38096B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633153E-1AB1-A954-CFF9-8FA9D7F74A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52D1A4F-8FBC-16C2-4C9F-78398B7E48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D7C5BDE-8A1B-9E18-CDCD-079B5C61A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11BB3A-3F7C-25A7-9E20-45E6010B751E}"/>
              </a:ext>
            </a:extLst>
          </p:cNvPr>
          <p:cNvSpPr txBox="1"/>
          <p:nvPr/>
        </p:nvSpPr>
        <p:spPr>
          <a:xfrm>
            <a:off x="4527894" y="1624327"/>
            <a:ext cx="3300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Call back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41E17-A38B-BC22-55A1-D7AFC12F9B53}"/>
              </a:ext>
            </a:extLst>
          </p:cNvPr>
          <p:cNvSpPr txBox="1"/>
          <p:nvPr/>
        </p:nvSpPr>
        <p:spPr>
          <a:xfrm>
            <a:off x="8812803" y="1591582"/>
            <a:ext cx="3300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API’s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F257A-A7A6-5136-F198-DD13451575AF}"/>
              </a:ext>
            </a:extLst>
          </p:cNvPr>
          <p:cNvSpPr txBox="1"/>
          <p:nvPr/>
        </p:nvSpPr>
        <p:spPr>
          <a:xfrm>
            <a:off x="4574196" y="2024437"/>
            <a:ext cx="259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setup()</a:t>
            </a:r>
          </a:p>
          <a:p>
            <a:r>
              <a:rPr lang="en-US" dirty="0"/>
              <a:t>Void loop()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67BA97-3E96-0BF7-F2B4-170DE16B2BB7}"/>
              </a:ext>
            </a:extLst>
          </p:cNvPr>
          <p:cNvSpPr txBox="1"/>
          <p:nvPr/>
        </p:nvSpPr>
        <p:spPr>
          <a:xfrm>
            <a:off x="8801138" y="1921166"/>
            <a:ext cx="259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pinMode()</a:t>
            </a:r>
          </a:p>
          <a:p>
            <a:r>
              <a:rPr lang="en-US" dirty="0"/>
              <a:t>digitalRead()</a:t>
            </a:r>
            <a:br>
              <a:rPr lang="en-US" dirty="0"/>
            </a:br>
            <a:r>
              <a:rPr lang="en-US" dirty="0"/>
              <a:t>digitalWrite()</a:t>
            </a:r>
            <a:br>
              <a:rPr lang="en-US" dirty="0"/>
            </a:br>
            <a:r>
              <a:rPr lang="en-US" dirty="0"/>
              <a:t>analogRead()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39542-4594-660F-8B97-0C2072F297FD}"/>
              </a:ext>
            </a:extLst>
          </p:cNvPr>
          <p:cNvSpPr txBox="1"/>
          <p:nvPr/>
        </p:nvSpPr>
        <p:spPr>
          <a:xfrm>
            <a:off x="671527" y="3093434"/>
            <a:ext cx="38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Parameters &amp; Arguments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294E98-8422-5F23-6C5F-9460DCE7D25A}"/>
              </a:ext>
            </a:extLst>
          </p:cNvPr>
          <p:cNvSpPr txBox="1"/>
          <p:nvPr/>
        </p:nvSpPr>
        <p:spPr>
          <a:xfrm>
            <a:off x="671527" y="3579413"/>
            <a:ext cx="47624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dirty="0"/>
              <a:t>Parameter</a:t>
            </a:r>
            <a:r>
              <a:rPr lang="en-US" dirty="0"/>
              <a:t> = the placeholder variable in the function's </a:t>
            </a:r>
            <a:r>
              <a:rPr lang="en-US" i="1" dirty="0"/>
              <a:t>definition</a:t>
            </a:r>
            <a:r>
              <a:rPr lang="en-US" dirty="0"/>
              <a:t>. It's the name used inside the function to refer to whatever gets passed in.</a:t>
            </a:r>
          </a:p>
          <a:p>
            <a:pPr rtl="0">
              <a:buNone/>
            </a:pPr>
            <a:r>
              <a:rPr lang="en-US" b="1" dirty="0"/>
              <a:t>Argument</a:t>
            </a:r>
            <a:r>
              <a:rPr lang="en-US" dirty="0"/>
              <a:t> = the actual value you </a:t>
            </a:r>
            <a:r>
              <a:rPr lang="en-US" i="1" dirty="0"/>
              <a:t>pass in</a:t>
            </a:r>
            <a:r>
              <a:rPr lang="en-US" dirty="0"/>
              <a:t> when you call the function.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AF9B32-3D25-853E-C276-335D70EDCF37}"/>
              </a:ext>
            </a:extLst>
          </p:cNvPr>
          <p:cNvSpPr txBox="1"/>
          <p:nvPr/>
        </p:nvSpPr>
        <p:spPr>
          <a:xfrm>
            <a:off x="725386" y="1605096"/>
            <a:ext cx="3300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Variable definition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253AC5-FEA8-8A95-B788-05EF294F2B43}"/>
              </a:ext>
            </a:extLst>
          </p:cNvPr>
          <p:cNvSpPr txBox="1"/>
          <p:nvPr/>
        </p:nvSpPr>
        <p:spPr>
          <a:xfrm>
            <a:off x="716813" y="2011214"/>
            <a:ext cx="3261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Variable types, names.</a:t>
            </a:r>
          </a:p>
          <a:p>
            <a:r>
              <a:rPr lang="en-US" dirty="0"/>
              <a:t>Define used Pins.</a:t>
            </a:r>
          </a:p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DB12EA-D69B-E027-3E10-374A3D93BA6A}"/>
              </a:ext>
            </a:extLst>
          </p:cNvPr>
          <p:cNvSpPr txBox="1"/>
          <p:nvPr/>
        </p:nvSpPr>
        <p:spPr>
          <a:xfrm>
            <a:off x="6128923" y="3385685"/>
            <a:ext cx="41449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Let’s take look on these items in the IDE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11F543D-0AC3-7229-7725-60861ABE97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A25C-B792-6FC0-CA9E-9F3A4953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59EB0A-2F63-A4FA-680A-0C08F195DB96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52B41A7-B748-24C7-0B1B-5ADF22E24369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BD9DE0A-832B-DF19-E83D-B283708E42B0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5F2DAE2-196E-403C-9210-C49E3535A291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DBE7C10-8B7F-E96B-D4A6-65A1BA98E5CB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3171C75-9147-078A-D76B-0DE135816ACA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CD8042B-27DD-65F1-8144-EFA6A51BB0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207E219-CD17-F3CD-22E2-743C28E17CAB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ABC0ECB-0F8D-3C6D-5288-8286ACF6BD7D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C4EC563-9D5B-568E-0A7C-20A8F3FF5D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CB2F720-BA53-B3F0-4E56-65B22A1A13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849DF98-E6CC-F6ED-BE12-40779EC737C7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B0FE2D81-E1BA-A98F-CE4B-B0F364C70D02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8BFF73A-4512-C84C-4FB2-25B905A0995A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55E4B0C3-A871-3855-4CE6-63B22A811B1A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3BAEC7C-FBB2-4EB3-DE9B-DFD3BBEA01C2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5240AC95-F5CF-EFF6-FAFF-3F9496337906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752766AA-834D-8EED-150A-CEC7EDF49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242D47C2-8764-3CDE-B306-880CFFEBA518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E7983C06-09DC-1392-74B1-93881E639A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6F62F45-329A-37B2-5DED-B6A150A2E2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36D7E84B-F52E-5320-55D6-B6E5D8895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4E40FBC8-AC0F-000E-684B-4522EAD50F10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E7358A0-6A39-6482-8102-0C9E5CEDAC0F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BA952B0-4E99-6C67-271B-E4ADC3E72BF4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793265A-8B4A-6358-61A7-A152A8A987B2}"/>
              </a:ext>
            </a:extLst>
          </p:cNvPr>
          <p:cNvSpPr txBox="1"/>
          <p:nvPr/>
        </p:nvSpPr>
        <p:spPr>
          <a:xfrm>
            <a:off x="3684614" y="666941"/>
            <a:ext cx="3449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Breadboard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6F47676-764A-62E1-2217-41DABCDA9DA0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E65D41-48A8-14BE-913D-ADB17A8C9A94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F214C6-1DA1-E30F-B545-31499D852DF0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07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DBD28A-1A51-5352-6FFE-705DF68AF299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46EA1E-2AF8-488C-45C4-47DCE5B25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FBA5031-FC00-8DFE-F4B8-D9911AE51977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C04D8A7-F9DC-EDD0-F938-2D87638B91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20BD64D-28BF-BDFC-BBD3-F0FA71DB1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F0523D0-F95A-1BED-9FDE-C01712B89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8255180-BCF4-682D-99E3-E2EDF87911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9F15498-C435-811E-C3A3-D44AD97C2B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E4946DC-85D2-FA69-13E7-B7D5573BD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4FAE865-7983-9B1C-3A24-C467DAA785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F894209-C01A-C486-A21A-C43DBE9D55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0A626ED2-790F-012C-042A-B391551E0F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58BEE4F1-81B2-873D-A7C0-D28EF73269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1DA65C1-D50C-0E12-F207-60F06AB2D8DE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D387F28-798F-953D-CBC3-4416CECD46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6F90EC5-2DE7-8CE0-803B-88394EBD9963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DC01A1DF-41FE-5729-5824-C25B9268B0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E680A476-B66A-9103-4498-FFD303CC5A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5DFF4F9-B8FA-755F-C358-DF7214FF6D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DC5576C-7AB7-BF0A-2E0B-C85F6A0EAF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B23DC16A-5AD9-4A7C-2E63-24EDC437D3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7470961-B885-5D8E-7F9D-6EA80EA230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6974A323-2A15-E9FE-85AE-84B080D8B8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9C97BA4-887F-5EA9-862A-DBE488050E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EF07D0E-D3AA-D1A9-A263-E103FEA0A4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A737282-F4E2-197B-6F24-023381A8E0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B5F39310-5C52-EFEB-3C2F-F035C5317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3" name="Picture 2" descr="Probots Breadboard for Electronics Solderless Prototyping 400 Points Buy Online India">
            <a:extLst>
              <a:ext uri="{FF2B5EF4-FFF2-40B4-BE49-F238E27FC236}">
                <a16:creationId xmlns:a16="http://schemas.microsoft.com/office/drawing/2014/main" id="{FF3D8CF6-9D21-12C2-D6A5-07D1702FA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590" y="1266545"/>
            <a:ext cx="4257675" cy="4257675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8AD60378-1296-B28D-4BA5-26B3D231F1DD}"/>
              </a:ext>
            </a:extLst>
          </p:cNvPr>
          <p:cNvGrpSpPr/>
          <p:nvPr/>
        </p:nvGrpSpPr>
        <p:grpSpPr>
          <a:xfrm>
            <a:off x="7591651" y="2967335"/>
            <a:ext cx="2944670" cy="1197992"/>
            <a:chOff x="7591651" y="2967335"/>
            <a:chExt cx="2944670" cy="1197992"/>
          </a:xfrm>
        </p:grpSpPr>
        <p:sp>
          <p:nvSpPr>
            <p:cNvPr id="8" name="Left Bracket 7">
              <a:extLst>
                <a:ext uri="{FF2B5EF4-FFF2-40B4-BE49-F238E27FC236}">
                  <a16:creationId xmlns:a16="http://schemas.microsoft.com/office/drawing/2014/main" id="{F0A5B35B-017B-ACEC-996B-19467D73DD20}"/>
                </a:ext>
              </a:extLst>
            </p:cNvPr>
            <p:cNvSpPr/>
            <p:nvPr/>
          </p:nvSpPr>
          <p:spPr>
            <a:xfrm rot="10800000">
              <a:off x="7591651" y="3468510"/>
              <a:ext cx="162279" cy="696817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1C4BEC-51E1-48EC-5BC8-29F27A8B7237}"/>
                </a:ext>
              </a:extLst>
            </p:cNvPr>
            <p:cNvCxnSpPr/>
            <p:nvPr/>
          </p:nvCxnSpPr>
          <p:spPr>
            <a:xfrm flipH="1">
              <a:off x="7753930" y="3460329"/>
              <a:ext cx="403240" cy="3931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CEA7D5B-48B0-A81A-7F6E-3F2C80F8F0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7170" y="3468510"/>
              <a:ext cx="444570" cy="0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DB41DF-CCC2-5BF5-A5F1-F37B43C2B0FE}"/>
                </a:ext>
              </a:extLst>
            </p:cNvPr>
            <p:cNvSpPr txBox="1"/>
            <p:nvPr/>
          </p:nvSpPr>
          <p:spPr>
            <a:xfrm>
              <a:off x="8699322" y="2967335"/>
              <a:ext cx="18369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Each vertical line with 5 Dots is connected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9DA7C8-29B0-BA1B-42AA-2A3B4E3C064F}"/>
              </a:ext>
            </a:extLst>
          </p:cNvPr>
          <p:cNvGrpSpPr/>
          <p:nvPr/>
        </p:nvGrpSpPr>
        <p:grpSpPr>
          <a:xfrm>
            <a:off x="1138867" y="4655922"/>
            <a:ext cx="6260654" cy="923330"/>
            <a:chOff x="1138867" y="4655922"/>
            <a:chExt cx="6260654" cy="923330"/>
          </a:xfrm>
        </p:grpSpPr>
        <p:sp>
          <p:nvSpPr>
            <p:cNvPr id="5" name="Left Bracket 4">
              <a:extLst>
                <a:ext uri="{FF2B5EF4-FFF2-40B4-BE49-F238E27FC236}">
                  <a16:creationId xmlns:a16="http://schemas.microsoft.com/office/drawing/2014/main" id="{4C560C76-9CC3-6F90-6FE4-0F3C0489FD5A}"/>
                </a:ext>
              </a:extLst>
            </p:cNvPr>
            <p:cNvSpPr/>
            <p:nvPr/>
          </p:nvSpPr>
          <p:spPr>
            <a:xfrm rot="16200000">
              <a:off x="5559052" y="2955048"/>
              <a:ext cx="108750" cy="3572189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7F1899B-F81F-2C1E-AA73-297579150D0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5210188" y="4795518"/>
              <a:ext cx="403240" cy="3931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09BB619-9FB3-DEEF-9E3B-E961E01571B7}"/>
                </a:ext>
              </a:extLst>
            </p:cNvPr>
            <p:cNvCxnSpPr/>
            <p:nvPr/>
          </p:nvCxnSpPr>
          <p:spPr>
            <a:xfrm flipH="1">
              <a:off x="3147237" y="5188688"/>
              <a:ext cx="2062951" cy="0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F0582F-5318-C65A-702B-BF357246866F}"/>
                </a:ext>
              </a:extLst>
            </p:cNvPr>
            <p:cNvSpPr txBox="1"/>
            <p:nvPr/>
          </p:nvSpPr>
          <p:spPr>
            <a:xfrm>
              <a:off x="1138867" y="4655922"/>
              <a:ext cx="18369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Each horizontal line is connected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5E7C6C91-2A83-4342-5341-4762138E75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6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9BB2-7883-447B-C2D1-7F80713E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5FDDF1-5F93-99F3-A270-DC52CD9EA962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D65A7FE-4D87-15EB-D222-0D3EE9E0D261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FE116AB-923D-2A1F-3C0A-B38F071013D6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C58A105-ACAD-936D-DAAF-DD60D44807F7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FA4A72E-57FE-BFAA-D34B-3BFBB03FFD53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91A38DD-6411-5BFA-83D3-2922241D6AA4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BAE6F6A-DD0F-6468-09B0-CBA509CE46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FA32AAF9-6BC2-BA8E-9901-DF83C7EE560B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7482462-C223-45C6-976E-AB7C50D9B4F2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374A540-1F71-C956-859E-EB4E62947D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7F7DF0C-674C-7171-BE85-CBBA8AEA3F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1F4F270F-5E29-BCBD-DCC9-59BEB1BFC677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6951DD6-CC9F-0748-BE40-95D69FE82541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545B972-E84C-336A-E997-C4FC41A72E6B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4AF3512-4045-7B9F-0124-1F71BEEAB14B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74C7296-D5D6-976D-EE2F-86D25CA9A1A2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99C02E1-FEDF-8BBA-F2D8-837A058BEB5D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99BA6FFD-65CC-5A58-0723-FF61AB620A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CE30DF29-219A-537A-DE1F-5491AD4E3458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9FFF7BBD-A532-7104-7662-329027FDB2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D7F0B4D-3D07-CF63-E738-7A2A17E5E9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84E93579-753A-E152-D145-BEFDB7ABE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8932F02F-3A13-C9B8-E80B-D9AE85F45273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3ACEBE7-D613-C1A3-690F-AE91FD5E74EC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DA2370F-EB6E-0313-8837-7646EB5CD50B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8667D4EC-6235-502C-BA88-E8E01A198783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8DA011F-1010-0B0E-92D9-A04752759925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C196E7-D3FD-B8A8-B0F1-D104969FA783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08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77710E-03FB-EE3D-BA4D-218F14646BEB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355F1EE-66B5-A8D9-0559-036F7F5FD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0B4CF9F-A5B3-A92F-D846-E5ED5A667384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127F4A8-A919-C806-3A78-D2C0F0CFBF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2A33212-0EBC-E4BB-3BD5-EE0B4A4EA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DF87B79-292A-29C2-2E8F-DFE9B93F58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1CF7462-5088-7786-8307-F937C5E1FB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8F43CBCB-BDA6-0AC1-5F3C-4449E694BE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D1609A9-F208-5AE1-704C-95723434A8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B7559C2-FABA-028F-C7B8-AEFA689868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96E6B75-F04C-988D-289E-AD0CA628E6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813446F-CA8A-1927-4E0D-55553230C8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66967CE-7955-9728-77D1-B77D97DB3C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1DBE59-B6EE-5761-5C68-2855E1561E3F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90F83FF-2E57-0E2C-B4D5-3FB62E2F52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F41733B-E115-4E24-A23C-347A3ACD9E9A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0A3E57A3-8D5E-A4D3-3AE9-7BFB0B1540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0B98080-6EE2-2660-DC21-F60BD1A8D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D5BAB2A0-A048-8F77-CD89-70AB9AF4C0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1222B79E-A0DC-BAA8-52DB-C0F8A1A36A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50ADD17-353C-E17D-8B53-60338060A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8DF94230-8384-0F0F-2D30-B08459FBA9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AA7BB50-A57B-4B8F-C392-DC40D3788B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FFA6D17-17D0-34E1-8D29-2D30416745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A6D0CAB-AAEA-DDFA-9C08-933B523C11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96A70AD-9A8C-965E-2A78-CB3455B4F7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442FA149-7C96-BDE4-CC70-60CCA7B6D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2BB8DD-5703-3F26-E08A-E295C5722987}"/>
              </a:ext>
            </a:extLst>
          </p:cNvPr>
          <p:cNvSpPr txBox="1"/>
          <p:nvPr/>
        </p:nvSpPr>
        <p:spPr>
          <a:xfrm>
            <a:off x="1507843" y="1019452"/>
            <a:ext cx="3300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Resistor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1044F4-CDF4-F61B-5300-B85F885D80C2}"/>
              </a:ext>
            </a:extLst>
          </p:cNvPr>
          <p:cNvSpPr txBox="1"/>
          <p:nvPr/>
        </p:nvSpPr>
        <p:spPr>
          <a:xfrm>
            <a:off x="4592127" y="1051738"/>
            <a:ext cx="3300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Push button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4A57DA-7674-E270-0150-BE1771E598D3}"/>
              </a:ext>
            </a:extLst>
          </p:cNvPr>
          <p:cNvSpPr txBox="1"/>
          <p:nvPr/>
        </p:nvSpPr>
        <p:spPr>
          <a:xfrm>
            <a:off x="8522703" y="1099766"/>
            <a:ext cx="3300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LED</a:t>
            </a:r>
          </a:p>
        </p:txBody>
      </p:sp>
      <p:pic>
        <p:nvPicPr>
          <p:cNvPr id="18" name="Picture 17" descr="Resistors: Types, Functions, Symbols and Applications">
            <a:extLst>
              <a:ext uri="{FF2B5EF4-FFF2-40B4-BE49-F238E27FC236}">
                <a16:creationId xmlns:a16="http://schemas.microsoft.com/office/drawing/2014/main" id="{2FBAC660-E3BD-13F1-2F64-845A67756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8" y="2158014"/>
            <a:ext cx="2857500" cy="2857500"/>
          </a:xfrm>
          <a:prstGeom prst="rect">
            <a:avLst/>
          </a:prstGeom>
        </p:spPr>
      </p:pic>
      <p:pic>
        <p:nvPicPr>
          <p:cNvPr id="21" name="Picture 20" descr="Pushbutton - Internet of Things">
            <a:extLst>
              <a:ext uri="{FF2B5EF4-FFF2-40B4-BE49-F238E27FC236}">
                <a16:creationId xmlns:a16="http://schemas.microsoft.com/office/drawing/2014/main" id="{E3C314F8-E26C-1B5B-614A-D20DB647C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201" y="2317004"/>
            <a:ext cx="3043090" cy="2451199"/>
          </a:xfrm>
          <a:prstGeom prst="rect">
            <a:avLst/>
          </a:prstGeom>
        </p:spPr>
      </p:pic>
      <p:pic>
        <p:nvPicPr>
          <p:cNvPr id="22" name="Picture 21" descr="LED Symbol Explained: Meaning, Variations, and Polarity">
            <a:extLst>
              <a:ext uri="{FF2B5EF4-FFF2-40B4-BE49-F238E27FC236}">
                <a16:creationId xmlns:a16="http://schemas.microsoft.com/office/drawing/2014/main" id="{1AB41102-3931-F794-75AD-C1816F8A47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835" y="2516390"/>
            <a:ext cx="3590031" cy="191233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3363555-B935-6488-7207-B9B09B1B0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98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3A62-15F9-0B57-EC11-E1C361BF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B0344C-2CF7-1B38-6AE3-C5EFAA2BAD6F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F5BB93D-8802-F30B-81FE-32F03BBDF124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7625F3A-EB97-983F-C688-F92850063F7F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B578E01-82A4-F7F5-13B3-676D410D3D35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27363A5-0CC4-6F86-C99E-BD240464AAFF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E505975-DBD4-F7B3-BEF9-D6EA144E8494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A5B1B4F-D4C7-FCDF-1B67-8584DF4C51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2CA019F-BE42-9324-B723-8B33410D76D8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113D9BC-F738-87EF-F0D3-63E7181C1B1D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AE5484AB-6EE2-F49D-EB48-DD3F69E57D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0987E4B-D313-B737-0808-AAA00B0A98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2E46E9E-1C1B-A2B5-76DB-6234E83FD846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0D405F2-B44C-4136-AC4F-0783485184D5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DFD0239-9259-30C3-36C3-4620EBF02BBF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358DC71-CE52-703F-D85B-E81138744F93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D1F0E74-35A1-7A74-7F45-1301C37E6C91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12866CA1-CC0E-34FA-2767-9D04C1FCF91F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1DDE5BA-ABCD-65E6-8DD6-83155FB4D5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EA1FAA98-ACDE-DCA7-707B-C03EE8022F3E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96922252-49B4-96DD-88FE-4EE3FD296D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BD67E03-2168-373B-7175-4B45C335C6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9206DFFB-EB14-01C0-C2A8-FAE68F264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9EEAFEF1-E0B8-327F-B759-75A43A992415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0557374-5337-AD1F-FA8C-17FB637624E9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5267409-40B8-DCC5-BE95-A1FAEBA3761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D37495D5-9841-FFE6-90D8-B976ABAFD2F1}"/>
              </a:ext>
            </a:extLst>
          </p:cNvPr>
          <p:cNvSpPr txBox="1"/>
          <p:nvPr/>
        </p:nvSpPr>
        <p:spPr>
          <a:xfrm>
            <a:off x="2671261" y="687383"/>
            <a:ext cx="10652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Pull up  vs.   Pull down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831FB95-B24E-D0C6-71AF-CBC3DB9EC99E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159773-D900-6930-6A76-47BE0C2B271B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153DC90-3C2E-AB9F-BA3E-1C26B4CE84E4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09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F737A53-BDB6-21FC-EB90-2F327DE23CE5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D5DAE5-7234-66A5-D827-4F71E05308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F155146-C03D-EABA-DCC8-28A4965591E0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D435BB5-3365-D3F2-532A-600B1DF4AA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6F3883B-E80D-45AB-0C89-64CF46873B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1CC1747-1F1A-AB5B-7B41-24C0855AED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488E7124-31E3-A1AD-1F71-B19DE9BABC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10CEACB-1CFE-D71F-5B47-5AAB77BC4F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903D85FD-40B8-9CD5-3742-A22741A772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9B4E3D3-AB6D-2DAB-BD0D-7F7A6C01A4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49D7797C-D31A-5A1F-DB59-932452EB3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2AC3E81-5490-A770-686B-2D2296E5F7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D13C812-E509-5898-13FD-84CE8632EE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4A7785F-0A5F-19BA-B8FB-38D56E4D5992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BFDC599-C72B-B18F-66B5-40A2C0AF3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B3CE2D2-F60E-AD8B-2CD7-2C0CD0A9E123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E679EC03-E83B-3A8F-56B1-091CE33A23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23EB3518-5847-33BF-78B9-3DD6AD259C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7841647-37FD-12D4-C22D-070F4D4478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F0D25B87-ED81-C1F8-F118-7E2E5A9FC2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C137E69-952E-0952-835B-0D35390487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EC8663E5-7285-D036-A3D0-3108E8D67D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61E3561A-911C-BF59-8143-CD28E8C9F3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74622B48-9983-4853-215B-7200FC7990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6DB5216-0052-5D89-6F5B-CB3956D086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4DDC84E-4982-0FBC-09C8-7356E91303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A144CC7A-3C9F-BFF4-CF9E-320E477C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9BD689-688A-E313-48BC-3C25CDB2C09F}"/>
              </a:ext>
            </a:extLst>
          </p:cNvPr>
          <p:cNvSpPr txBox="1"/>
          <p:nvPr/>
        </p:nvSpPr>
        <p:spPr>
          <a:xfrm>
            <a:off x="758364" y="1316705"/>
            <a:ext cx="2571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Floating Pin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556C2-3F6A-DB35-5912-2FB13D183EF9}"/>
              </a:ext>
            </a:extLst>
          </p:cNvPr>
          <p:cNvSpPr txBox="1"/>
          <p:nvPr/>
        </p:nvSpPr>
        <p:spPr>
          <a:xfrm>
            <a:off x="729054" y="1716815"/>
            <a:ext cx="6933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A pin that is not connected to any defined voltage (neither VCC nor GND), so it picks up random electrical noise from the environment and gives unpredictable HIGH/LOW readings.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D1D61-77F0-80F2-3B49-AD994F61424D}"/>
              </a:ext>
            </a:extLst>
          </p:cNvPr>
          <p:cNvSpPr txBox="1"/>
          <p:nvPr/>
        </p:nvSpPr>
        <p:spPr>
          <a:xfrm>
            <a:off x="807679" y="2811801"/>
            <a:ext cx="2571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Pull 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AB185-69D3-5E8E-9312-0F732CF49840}"/>
              </a:ext>
            </a:extLst>
          </p:cNvPr>
          <p:cNvSpPr txBox="1"/>
          <p:nvPr/>
        </p:nvSpPr>
        <p:spPr>
          <a:xfrm>
            <a:off x="6127038" y="2891874"/>
            <a:ext cx="2571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Pull Down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62EF6E-AC3E-7C1B-6C15-731976011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432" y="2806185"/>
            <a:ext cx="2166696" cy="260519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2E71DF-49E1-CB6E-E527-3A4EE9B4AFAF}"/>
              </a:ext>
            </a:extLst>
          </p:cNvPr>
          <p:cNvCxnSpPr>
            <a:cxnSpLocks/>
          </p:cNvCxnSpPr>
          <p:nvPr/>
        </p:nvCxnSpPr>
        <p:spPr>
          <a:xfrm>
            <a:off x="5847144" y="2773385"/>
            <a:ext cx="0" cy="2783899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B5CA67B2-21FE-9F14-66F1-4F76A30D3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159" y="2806185"/>
            <a:ext cx="2067943" cy="26172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053491-753D-C972-D6A8-4F20A7463B19}"/>
              </a:ext>
            </a:extLst>
          </p:cNvPr>
          <p:cNvSpPr txBox="1"/>
          <p:nvPr/>
        </p:nvSpPr>
        <p:spPr>
          <a:xfrm>
            <a:off x="789405" y="3367494"/>
            <a:ext cx="22406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Resistor is connected to Vcc.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Pressed = OFF</a:t>
            </a:r>
          </a:p>
          <a:p>
            <a:r>
              <a:rPr lang="en-US" dirty="0"/>
              <a:t>Unpressed = 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7C1F3A-D9A7-F91A-4EFB-4FD9EBA26231}"/>
              </a:ext>
            </a:extLst>
          </p:cNvPr>
          <p:cNvSpPr txBox="1"/>
          <p:nvPr/>
        </p:nvSpPr>
        <p:spPr>
          <a:xfrm>
            <a:off x="6105796" y="3429000"/>
            <a:ext cx="22406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Resistor is connected to GND.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Pressed = ON</a:t>
            </a:r>
          </a:p>
          <a:p>
            <a:r>
              <a:rPr lang="en-US" dirty="0"/>
              <a:t>Unpressed = OFF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0F30067-015E-C8FC-479D-A74E62E69D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48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1737A-6EEA-55E4-77A1-02D43E15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7C102-EF92-213B-995D-4920697C6699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682D7A9-9E41-996B-8F19-FCA670AA8226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B893A71-0E87-3D37-1B6A-D9600EC8BC06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4B36316-57CB-963F-A3FE-B9CD52B2B5D7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97F865B-447E-619F-ED35-C7F1CD873F62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E037949-EF01-4C16-655F-BAD927F09D02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96506B8-2EB5-5571-EC4B-32C0D6E739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A7F1F6B-0391-50B9-BE2D-7E56CEAC71D7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51DF545-138F-3E41-8706-F8AFAC9D4D0B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18F87E0-CDF6-028A-57E8-B0CBF73760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3C0E9837-EBFD-151F-33E1-B760167D39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6BDE244-0065-549D-8C5D-C8646B0350C3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912CC52D-E46D-8C58-F1C7-67D0D11F55FF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715989F-254B-0FC8-4E0A-144FC2D92D3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770413D6-371D-CA1F-202F-91E3641D68A2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C3C58A5-94AC-6433-951D-76D20244CD51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2F590779-F9AD-3823-0139-C72A3FFD3B76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E334B04F-AB13-2CE5-38EB-BC2D05450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20176F4D-D927-3C68-4290-408E3AB36772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6B74C9D3-47F3-8064-5241-571681E4E2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C72B10A-8A5F-EC5B-0E23-86C22E509B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21D04AB9-C88A-C5D2-4F14-95A662674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EC2AB72F-1A99-094A-CFA0-58E03D54CB67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BE1DD0F-FBF7-7896-70A7-1978616AD2E5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8212CBC-AE1C-7369-B7CC-A43B36C916C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0844F5CE-01F9-DA4A-A7DC-2AD0CE8BFD4B}"/>
              </a:ext>
            </a:extLst>
          </p:cNvPr>
          <p:cNvSpPr txBox="1"/>
          <p:nvPr/>
        </p:nvSpPr>
        <p:spPr>
          <a:xfrm>
            <a:off x="682781" y="726518"/>
            <a:ext cx="10721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Exercise_1: LED Blink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0A8F755-427F-9C7F-8A13-B86E71282782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2C7691-3BCB-8334-C042-886EFCAEAB41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F573453-0092-D86E-E707-8BAFE42CE0FD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10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062BC7-C95A-701D-B5C1-D9CD18C543D2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EE7841-3F27-B79A-8B15-FADD351CF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7029228-D8E9-2D1E-64E5-9A6524A8CD29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39C4259-87E5-ECD6-C690-B2DC4BDBDD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EAAB6C2-0EF0-C0CE-3158-3D5253472E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6F3E6E1-2393-2C41-C5C8-D049F6908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E517D48-4128-0E10-F4E7-B7CA2122A5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DA9AF70-92B8-01BE-1773-9FCB00B68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F07E932-BF9D-8044-5ECB-3BE68E0A3E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A0CEAD4-EE7E-E372-05FE-10007D2082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46AB6743-6785-5F0C-B612-370ED59957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CB8937C5-8B2A-06E9-12D1-9288EBBA18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1CDE98D-B031-FB81-1D09-D0F984FC1B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444A2F8-F258-B6AA-D684-0E499768D3C7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921639E-0531-6ECC-D585-1C5099FD8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FD51A103-7EE1-C1A4-AD6A-78F4C37B4606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20ABB72-9C2B-0CDE-6496-563D187248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0C8EB62-C4A7-E70E-4031-FA6ACDE3E1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4C744D3-83FE-C62E-FA05-BB419D945C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937CF82B-6FE5-EBE6-C292-1228CDD1DF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D1556D7-F422-42DC-0DAA-1DCEE6A286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4B37646-EFD5-0772-248D-309D191B87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02A7620-4EA3-F7CC-37FE-7187A41475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AB9103C-9504-6BCB-16F8-E948DDDD29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1735D457-B7DF-E668-2291-96D32E13E8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356E4D2-0641-460D-8C25-AD64F42749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DBC65A78-4DF1-9EF9-6308-2369E885B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1170BB-D641-6BD4-CFB8-C34123D16C9E}"/>
              </a:ext>
            </a:extLst>
          </p:cNvPr>
          <p:cNvSpPr txBox="1"/>
          <p:nvPr/>
        </p:nvSpPr>
        <p:spPr>
          <a:xfrm>
            <a:off x="747545" y="1624868"/>
            <a:ext cx="92529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1- Open simulation software (Proteus        ) do the wiring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2- Open IDE and write the code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3- Burn the code on the microcontroller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Proteus Design Suite - Wikipedia">
            <a:extLst>
              <a:ext uri="{FF2B5EF4-FFF2-40B4-BE49-F238E27FC236}">
                <a16:creationId xmlns:a16="http://schemas.microsoft.com/office/drawing/2014/main" id="{D6AF0C8C-DF58-6E1E-958D-E0DBAC80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455" y="1624868"/>
            <a:ext cx="606762" cy="450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C2232-F891-F507-3251-98C390DD5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764" y="2305487"/>
            <a:ext cx="4073164" cy="30527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1B0A64-6010-B091-A4DF-78C881607A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74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2A521-C7C4-E9B9-2053-F3F131E9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63F26A-A719-A465-1146-8B82739F770A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69FCD4E-0CF9-6171-E766-5C636EEC2529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36D2680-80BB-F0A1-5FE1-40EE5013C2A3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8208D2D-4C90-1A4C-EF60-D2809F850541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31A54FB-0D02-69F2-99B5-9D8BA970C4B0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90A17E9-5942-4427-D0F2-726A14CAE241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ABEB2EF-E87F-EBC4-6756-8F51F40773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D1FD9C2-9EB8-3831-CCCC-7ADA6733707B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EA89A1F-A4C2-88D7-DA24-269106700B07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D025862-3D8C-CD1D-60F4-B108323DF3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AA8408D-3B54-8A4B-39F6-D27D4A23F1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4B2B4E6-BE64-CFD9-B806-18E94981254F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373C3B0B-E1E1-A71E-0269-44D0553A8920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9E31271-28BF-853E-1359-CDDC4FF5551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98CA779-F767-57D2-C925-38512C4BF825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2862BAA-5906-B06D-C7C5-8C49ED9DE6F6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516F2B3-A47E-AAD5-4B6A-BB46F6019024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6DD9AB45-C2A5-6133-8EE9-CE13E7011A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DBD95DA-D715-37E1-AD0E-2FA00707E273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E563E01-B722-A13A-15F8-B3682CC32D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BFB2307-91DC-3C46-F7C1-A59B11E48B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4796862A-50D8-50ED-CA67-50605025F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1B859B23-AC6E-F06E-53E4-EEA9D4C5B7EC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2B02AEE-8C68-DD4C-E689-8D77506FC17E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19EF375-DF30-82B3-0AC3-2F81274EE3C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9141785A-F40B-FD41-4CDA-7E7CE59E373E}"/>
              </a:ext>
            </a:extLst>
          </p:cNvPr>
          <p:cNvSpPr txBox="1"/>
          <p:nvPr/>
        </p:nvSpPr>
        <p:spPr>
          <a:xfrm>
            <a:off x="4371344" y="1782674"/>
            <a:ext cx="3449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LAB_1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1B0C960-F872-D9AA-FEDC-6671E1F47AB9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7C233A-B840-1490-37A2-74B4E582F060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72517E-0DE4-7BA5-1816-E45D07619C74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11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89E328F-D386-ABCB-F727-3BB2D91612DF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DD7BBD-D902-857A-E5FE-560202B39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D842D90-0230-3BBD-088A-9A6F50F403F2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5C19412-991D-FF57-86AC-C454FA6A25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48471A5-BCE6-C4CA-5E42-3B5AA7CB0B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48FE198-20BF-82F5-CF3C-FA8C1F98E0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46CBCF5-C544-4B4A-A742-46B18C6B8A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FAD7835-A266-A7AB-0EA8-F1B911B2BC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5BEB2D-309F-6836-B803-DF25CC692A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37E8636-1F34-DACD-F12A-EBB6C56CBC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D0EEBA7-7491-8329-3BF7-258D515774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F8E2A6D2-BE2A-E366-45DE-04628387E7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5065796-8ADE-6031-1FA7-775F485A7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472A3DD-30DF-DD32-B350-9B53EE1A6595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882E461-135C-EDF1-857F-2F25960E6B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E707900-BD7B-199F-1B3D-D0EB35665FB7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89E06DD-1EF6-5FC9-1601-5102CD7537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4D3D0861-D390-1A60-0ED7-BBAD63E6A3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7952949B-D3A1-990E-A1C2-91D47B4AED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F91A77F-BB06-C931-7778-26A2F64DDB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89D6337-7A30-2A8F-769D-820ED9E56E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8FB39074-2013-7C4C-44F7-8E13EB87EF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A416DD27-BE3C-2450-E1AD-A6F72DD31D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FB64AD34-AEAA-10AC-39C9-D95158FDFA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E814D06C-CB56-F6A3-FCA0-D27C430FE0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4607494E-8704-501C-66C1-79ED8D7A34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83D70E98-E98D-E12A-5592-0641818E2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C35524-116A-CF37-B129-5759714EA8E0}"/>
              </a:ext>
            </a:extLst>
          </p:cNvPr>
          <p:cNvSpPr txBox="1"/>
          <p:nvPr/>
        </p:nvSpPr>
        <p:spPr>
          <a:xfrm>
            <a:off x="2166109" y="2830528"/>
            <a:ext cx="78167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Use 3 LEDs, blink them to make the pattern you want</a:t>
            </a:r>
          </a:p>
          <a:p>
            <a:pPr algn="ctr"/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pPr algn="ctr"/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Try on simulation first, then hardware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5B1932-3829-D26E-2759-EBFD57648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3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A99F2-A170-6DBF-BDD3-3C3589DF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0FBDFA-C7B4-D2DC-B7DD-10EA73746BF4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F79CA1C-D5F7-C68C-61EC-2FD7E99EB7D1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4B33E1F-2F89-D12F-E6E4-F6339F47A14B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712D846-61E7-8227-BC2D-0A69AC63D69F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188779C-3DF1-C9E9-F5C0-CA5092546E4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202E35A-5BA1-1702-D1C7-BB5A69708079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5C554D7-9593-C02A-2E11-9187BDB1BB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B844E83-D38D-D86B-429B-64C18D3CB09C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8571D34-86A8-1985-B684-75B0D4E039E4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E63F413-7541-54CF-5F38-DDC3009D88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57EAE8E-C957-CB9F-A2CF-297AFA592E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BC26B3A-82CD-3606-E5A7-21BDABAA0474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1FEA788-1846-4F39-053A-BC60753437D8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6ED60E7-5F27-E78D-23CA-DAB67C08C88C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5792556F-2BF3-78CB-BECE-29167A2C81BC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91E4D3C-79C2-00DA-7BBF-134C66E4F522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DEF6A9D1-EADD-7C7F-657A-1C412FED703D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6265819E-F0E4-68D8-A7FD-809FE14CB3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A53B3268-20CE-3C8E-A4ED-BC452945D80C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72F61BF-4C45-AD94-17EB-022E14D802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D27EB022-1B3A-73A2-8060-3FEF2844BA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6B65D4A8-675B-329A-C8C5-80EAA6424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87A9478C-B46F-E38E-E1D7-F01ABF2257FD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63772F6-FF58-49ED-9E70-F62E13868FE0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FC33C1E-9102-7B1F-34DA-266B85E53BFB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CFC4DF96-DB11-48FB-823E-93AF64D843F3}"/>
              </a:ext>
            </a:extLst>
          </p:cNvPr>
          <p:cNvSpPr txBox="1"/>
          <p:nvPr/>
        </p:nvSpPr>
        <p:spPr>
          <a:xfrm>
            <a:off x="727062" y="871885"/>
            <a:ext cx="10652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Conditional if 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DC58B40-A6D0-DED3-8BDF-599C1C3FE135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494C44-0FBA-A9E8-1814-09824A68319F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486154-74DE-9EA6-67E5-2465149E5E2B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12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A41F823-E7A5-33B6-8F2B-606AFBAC0A40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F0F713-1215-B4EC-8F3D-CA680F935F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B19A1DF-0BB3-83D1-7B5C-DD0A0BD7BCFA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760320E-82F6-8C98-AEC7-97BED1F27F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B9C0EDA-BE03-1927-7DEB-D972E5A988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D848C76-3E5E-8345-F495-3E10F8CBA7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99BAA41-744E-B8C8-2628-3757D89129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89E40A-F0B1-E7CE-43B8-C7CB4FF638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D1E15CB-7448-7D36-BC21-2902782E7D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A93D4EA-BCF2-734C-3C83-9409BD4C6B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3207805-F177-248D-88E2-6F4B4C36D7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BD2A153B-DAA4-9835-664F-AC43A65351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56A18A5-65A1-7B94-DE98-5C886EAB73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D853CA2-73AB-86D3-FF8C-F0928214B46D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A5A6CFB-1854-0E13-E270-A9D3823160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95102870-9E2A-203D-F544-9BF9B44BC09E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9B705D1-47B2-13AA-90AA-93C49C8230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6A28C26B-085B-6757-0CA9-101D923ED5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A9261161-23CB-26E9-7949-9BFF9B9595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5763BCB0-AEE2-0E46-CB69-59280D13E0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59DF9785-1D3F-753B-26D5-99D7BBE57E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CDE0ECD-EF32-EDF1-1BB8-1D1C41FBD4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7E5A5A8-C315-70B8-FD3C-2B684A718E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C7AA15D-E3BA-D3FD-A5D7-69F355589C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29549DA-FD55-D074-E626-004302DD1D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8DB7036-D379-4F59-32D7-259FD26FF7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D398CFBC-58C3-BE4B-4FD1-A6D40944C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AF41162-A648-B70A-B8EA-A6B8E389C48E}"/>
              </a:ext>
            </a:extLst>
          </p:cNvPr>
          <p:cNvSpPr txBox="1"/>
          <p:nvPr/>
        </p:nvSpPr>
        <p:spPr>
          <a:xfrm>
            <a:off x="808481" y="1775107"/>
            <a:ext cx="69332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if </a:t>
            </a:r>
            <a:r>
              <a:rPr lang="en-US" dirty="0"/>
              <a:t>(condition1) {</a:t>
            </a:r>
          </a:p>
          <a:p>
            <a:r>
              <a:rPr lang="en-US" dirty="0"/>
              <a:t>    // runs if condition1 is true</a:t>
            </a:r>
          </a:p>
          <a:p>
            <a:r>
              <a:rPr lang="en-US" dirty="0"/>
              <a:t>} </a:t>
            </a:r>
          </a:p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else if </a:t>
            </a:r>
            <a:r>
              <a:rPr lang="en-US" dirty="0"/>
              <a:t>(condition2) {</a:t>
            </a:r>
          </a:p>
          <a:p>
            <a:r>
              <a:rPr lang="en-US" dirty="0"/>
              <a:t>    // runs if condition1 is false AND condition2 is true</a:t>
            </a:r>
          </a:p>
          <a:p>
            <a:r>
              <a:rPr lang="en-US" dirty="0"/>
              <a:t>} </a:t>
            </a:r>
          </a:p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else</a:t>
            </a:r>
            <a:r>
              <a:rPr lang="en-US" dirty="0"/>
              <a:t> {</a:t>
            </a:r>
          </a:p>
          <a:p>
            <a:r>
              <a:rPr lang="en-US" dirty="0"/>
              <a:t>    // runs if none of the above are true</a:t>
            </a:r>
          </a:p>
          <a:p>
            <a:r>
              <a:rPr lang="en-US" dirty="0"/>
              <a:t>}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EA6A10C-EAA3-BDD9-1256-C437D7CF44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06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D2A9-5D95-D702-0C14-64AD5DC7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85B636-0028-74F4-68FE-C3A3D25E9279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87E3C08-4B02-8808-45C3-2045D5BB23C1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C45552-BCB6-9487-E664-2D391B9874AE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D3F830E-CDAD-D057-0BDC-9A311813AD06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8D05B28-E51D-648A-D141-E7F773B72E6C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EBDB1BCF-E5E5-3078-874E-7F31666FF785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F133B19-BE3C-B0AC-0F4B-1035A5B355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BF8D4EE-6691-6A30-6ADF-163783656987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7D48624-A67A-045C-4F51-9510DAA4FF96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CC8F4B6-48E9-1FFA-FDE5-5C715D5183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7A9A526C-055E-C543-513A-18D58D20E4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6F46DBC-ACAA-67F2-1F46-1C33BAAE53D3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D36C364-AEDA-8875-BB01-D8429AB0BD8C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1133B6E-982E-3524-45D0-998FEA10BE74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0A998BB-8917-C5E2-DA3F-587C04A122EC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58795DAF-D0E4-6481-D5BE-482577A6BDFE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A63ECB5-ECE6-3771-CB40-456EA94CACB1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91880A81-1B08-6213-4A94-F8366DA6BB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B0DEDC07-9373-9EB0-826E-F84EFE96D8EF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A2FEF205-EC24-1142-2487-68056F043D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640FB61-7D9C-19BC-8AD4-0F03C73F3B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7B996129-0780-F378-D810-620EB38D3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2F5BCEBA-A855-0809-3A4A-173A087D35A4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D24C9EF-1232-D31D-E9CF-068AA6949930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5FADF52-62D3-FE15-35F9-E4A8E7892360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2326B7FA-4C8D-7C45-10CC-C59288CC78ED}"/>
              </a:ext>
            </a:extLst>
          </p:cNvPr>
          <p:cNvSpPr txBox="1"/>
          <p:nvPr/>
        </p:nvSpPr>
        <p:spPr>
          <a:xfrm>
            <a:off x="682781" y="726518"/>
            <a:ext cx="10721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Exercise_2: LED </a:t>
            </a:r>
            <a:r>
              <a:rPr lang="en-US" sz="4000" dirty="0" err="1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Blink+Button</a:t>
            </a:r>
            <a:endParaRPr lang="en-US" sz="4000" dirty="0">
              <a:gradFill flip="none" rotWithShape="1">
                <a:gsLst>
                  <a:gs pos="0">
                    <a:srgbClr val="9E0D1B"/>
                  </a:gs>
                  <a:gs pos="100000">
                    <a:srgbClr val="6D1026"/>
                  </a:gs>
                </a:gsLst>
                <a:path path="rect">
                  <a:fillToRect l="100000" t="100000"/>
                </a:path>
                <a:tileRect r="-100000" b="-100000"/>
              </a:gradFill>
              <a:latin typeface="Arial Black" panose="020B0A04020102020204" pitchFamily="34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3F4D50-6FBA-F9A2-C809-0D224E875BB7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4D0BF55-790F-B82C-F618-C4DE5129A21A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594B81-B5A7-24C4-2B74-D738EA0B6DA4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13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534C416-DA81-6790-36F5-2683EB547374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DE0F78-2142-D87E-B978-A129B31FDC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A3ADDC1-8538-FE94-4078-3C467AE0D95B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6270CB8-8F32-C781-3B55-B4BD09093F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E8D2829-68BF-DA4C-CF53-D6411DF62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FB3B0FD-4659-00D5-8C8E-B4F27F4AF6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330DF42-8972-80CC-4175-9005F7AE3F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4EA6437-2903-FF8B-2E8F-0A8DE341DA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BAA4997-5971-0D89-429E-25670890FD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B7078F0-CA31-BA5F-EC93-F1287B6102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F98EE899-92D8-CB86-F101-A26094AC26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0089F2DF-039A-53CE-D1B6-1BF9FBD04E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1569CDA-2E3C-BB3A-14B3-84BD3F8EB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B0817EF-AE4F-A0E7-4F20-F74A5E169C09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9047D16-70E7-2F13-A17D-FCE3369CCF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C10E2504-8273-4A5A-444C-329D4069472C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704FED0A-1B2F-961E-698C-1BFD960233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D462342C-AD1D-D320-65FA-9A5AE8609D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0E671EF-3F61-37FE-7741-9BFC7385D3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346D173-4184-5804-C7C7-BD37101C67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CAE406D-13DC-BCD4-ED56-F329FBE37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CCD52EE-2244-9B81-1F23-529DB02F3C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708D0DF-C720-96FD-D2C8-C6B066DE5E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E8EAE4A-8B20-5C8D-79D3-692E7C0823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CE17B61E-13E7-EB4F-CF41-B8E82487F5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B817DEAB-24DB-A138-7C96-FBA4118FBD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805DBD96-ED78-9457-AFB4-15DEACEDD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4C2458-FAB5-8F8E-6B72-B1E8A7E88646}"/>
              </a:ext>
            </a:extLst>
          </p:cNvPr>
          <p:cNvSpPr txBox="1"/>
          <p:nvPr/>
        </p:nvSpPr>
        <p:spPr>
          <a:xfrm>
            <a:off x="747545" y="1624868"/>
            <a:ext cx="92529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1- Open simulation software (Proteus        ) do the wiring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2- Open IDE and write the code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3- Burn the code on the microcontroller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Proteus Design Suite - Wikipedia">
            <a:extLst>
              <a:ext uri="{FF2B5EF4-FFF2-40B4-BE49-F238E27FC236}">
                <a16:creationId xmlns:a16="http://schemas.microsoft.com/office/drawing/2014/main" id="{5C663D6E-2CCA-B035-D9C0-C6A6E6987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455" y="1624868"/>
            <a:ext cx="606762" cy="450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2619BB-9E77-BD9F-3742-C54C3A074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832" y="3195839"/>
            <a:ext cx="5061210" cy="2542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62AF90-D9FF-928E-74D4-804CA106BD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81BBB-43FC-4C73-96DD-A262149C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BC84F4-9DF7-F90B-5A8E-A5A9B8E229CA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8BBDBD1-B8B6-D1D0-2D5E-E3849AD91997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1F25E45-061F-486E-CFA8-AEDDA0157004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BCF9408-4621-12F5-DD01-C0EB90BFEAE3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8A2F278-0CA6-164D-C540-D890D7592641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30F5888-9819-2C27-93EB-5F0F1DEFBD57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92538B8C-F496-97E6-12B1-3595D90F43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2892C67-A252-7EFC-1131-C5FBE8E208FD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08D92A7-78D1-6F3B-DAB0-AAB740F21E39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AE539EAF-940F-996F-F103-EFC7240C3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246399F-0F3F-C9A5-3E04-1E623E47F4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6408118-82D4-6DC9-7ACE-7D4481ACA019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4E31D29-0F0C-A770-4424-8399566988A4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E611499-A21B-0B10-1E75-F789A3852435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74361AB-964D-E28B-7836-7B4F709AB054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E629FBF-E411-BE2F-7611-64014DDB82CC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A7B33984-3860-0B9D-79C1-BAA72683EC7B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002B444A-BE6A-A1EB-1FE6-66C4463DF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7E1454EE-44A0-2EF1-DC65-39B98E7DAE2B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4459C09-B2BE-FAB0-B63E-71DBABC0DF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0CAE17E-0F02-CD72-95CB-BFA8CFD0A9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E823C25E-A430-D720-DA99-BB84C472A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4AC90B7C-1497-E051-3E10-8822DCA13331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1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822C7BC-AAD0-A422-D403-AB2FAD6AA5C3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FEC0E49-E2E8-1A11-48D3-CFD0A2BA94D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681E079-9BE0-F0D6-486F-95DDBCE530C5}"/>
              </a:ext>
            </a:extLst>
          </p:cNvPr>
          <p:cNvSpPr txBox="1"/>
          <p:nvPr/>
        </p:nvSpPr>
        <p:spPr>
          <a:xfrm>
            <a:off x="4371344" y="1782674"/>
            <a:ext cx="3449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LAB_2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1D58DC2-469B-67FA-7BC3-1555CE2A2061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7ABB95-75EB-7842-8C00-E9DDC9DE8430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15C09FD-CCA0-20C0-B23F-BE0199DC9A0F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14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EFB436A-4E38-106E-90B6-1F42B6262D30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33121A2-D45F-DABC-0695-9CC6D4091E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AC11E8D-9E48-045B-F0FE-7E4EE72D6C3D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1A201B4-AFD6-4617-8ABE-97768B3B4B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171E8D5-009B-D4FD-D39F-8566EEA64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E4F26D4-801C-7AA6-62C7-B3F2F07532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7110DA8-E053-DC8E-0F17-2EE1B95C51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4EFE86C-E80F-D1BD-C930-5212D78F74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301529F-1F18-3FE9-5EB2-C09822F56A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8D8EBA6-4958-7CA5-01EB-812D6C0CF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B6CE107-231B-1651-23D2-5B9E3CBFC1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B681BB5-EE7E-C2B9-0E86-FEBA811EB1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28E9847-C16D-641A-C6F7-2578CF7940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BBE3F80-04AA-16F7-E145-A2A64E3D22AE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1BA6340-0772-A0E1-E859-05F62C2D6C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EF399ED-3533-DE75-5998-798A4455CCB5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53E0208-C8E0-2214-DD61-CCD368A216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B02ACAF1-A18D-2E4A-380E-6970592CB2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B4C4170C-ABBC-E55A-122E-D31F94F28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148BAAB4-85EF-A3EF-AE58-807EBFC624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114AD444-81BF-8E2F-378C-3C2A389CD1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8717F899-BE44-4DE3-6452-08D056C65F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FF6C3BFF-D5C6-A2A4-E489-338840AB89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2671BD9-D446-3B1C-F884-0F836F7A66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5F9378B-842D-7570-EF3E-BD5DA277C6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194D354-CBF2-21D5-7252-0835BA92EC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66117D05-6E7A-804B-34DE-8F47715F8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7D7CA4-421E-22B0-3C5E-6E14CEFA0941}"/>
              </a:ext>
            </a:extLst>
          </p:cNvPr>
          <p:cNvSpPr txBox="1"/>
          <p:nvPr/>
        </p:nvSpPr>
        <p:spPr>
          <a:xfrm>
            <a:off x="2166109" y="2830528"/>
            <a:ext cx="78167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Use 3 LEDs, blink them using the switches</a:t>
            </a:r>
          </a:p>
          <a:p>
            <a:pPr algn="ctr"/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pPr algn="ctr"/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Try on simulation first, then hardware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FA6227-C6B9-BE1D-C2AE-76B9A7C55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54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374B-4DB2-1F83-50A9-923F99C1D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300172F5-1210-B89D-A4C3-D636C5432E4B}"/>
              </a:ext>
            </a:extLst>
          </p:cNvPr>
          <p:cNvSpPr/>
          <p:nvPr/>
        </p:nvSpPr>
        <p:spPr>
          <a:xfrm>
            <a:off x="1238639" y="5539529"/>
            <a:ext cx="12362206" cy="348546"/>
          </a:xfrm>
          <a:prstGeom prst="rect">
            <a:avLst/>
          </a:prstGeom>
          <a:gradFill flip="none" rotWithShape="1">
            <a:gsLst>
              <a:gs pos="100000">
                <a:srgbClr val="4F1935"/>
              </a:gs>
              <a:gs pos="0">
                <a:srgbClr val="93061A"/>
              </a:gs>
              <a:gs pos="52000">
                <a:srgbClr val="431A3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346D2D7-34EE-5DEA-D28F-A22C537521DE}"/>
              </a:ext>
            </a:extLst>
          </p:cNvPr>
          <p:cNvGrpSpPr/>
          <p:nvPr/>
        </p:nvGrpSpPr>
        <p:grpSpPr>
          <a:xfrm>
            <a:off x="-2359017" y="3701281"/>
            <a:ext cx="4151476" cy="3444240"/>
            <a:chOff x="-2359017" y="3701281"/>
            <a:chExt cx="4151476" cy="344424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5C219FA-D05A-9BC6-A8B5-8540A06CAE70}"/>
                </a:ext>
              </a:extLst>
            </p:cNvPr>
            <p:cNvSpPr/>
            <p:nvPr/>
          </p:nvSpPr>
          <p:spPr>
            <a:xfrm rot="2700000">
              <a:off x="-1941156" y="4716166"/>
              <a:ext cx="3444240" cy="141447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96BEE76-74DC-4DD7-B666-F68E579703EB}"/>
                </a:ext>
              </a:extLst>
            </p:cNvPr>
            <p:cNvSpPr/>
            <p:nvPr/>
          </p:nvSpPr>
          <p:spPr>
            <a:xfrm>
              <a:off x="-2359017" y="5105711"/>
              <a:ext cx="3444240" cy="100554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DFF8409-4762-8C79-8189-65CF21532134}"/>
                </a:ext>
              </a:extLst>
            </p:cNvPr>
            <p:cNvSpPr/>
            <p:nvPr/>
          </p:nvSpPr>
          <p:spPr>
            <a:xfrm rot="2700000">
              <a:off x="370583" y="5404016"/>
              <a:ext cx="1429281" cy="141447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4FF7ADD-9A4C-12B9-B371-820DB5E5E046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5EF7B36-52ED-C98A-6A0E-A4E2659F8822}"/>
              </a:ext>
            </a:extLst>
          </p:cNvPr>
          <p:cNvGrpSpPr/>
          <p:nvPr/>
        </p:nvGrpSpPr>
        <p:grpSpPr>
          <a:xfrm>
            <a:off x="10360666" y="-2978831"/>
            <a:ext cx="4297574" cy="5613977"/>
            <a:chOff x="10360666" y="-2978831"/>
            <a:chExt cx="4297574" cy="561397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84A150E-586B-275D-28DA-53BC71910A69}"/>
                </a:ext>
              </a:extLst>
            </p:cNvPr>
            <p:cNvSpPr/>
            <p:nvPr/>
          </p:nvSpPr>
          <p:spPr>
            <a:xfrm rot="18900000">
              <a:off x="10360666" y="-2978831"/>
              <a:ext cx="3155462" cy="5613977"/>
            </a:xfrm>
            <a:prstGeom prst="rect">
              <a:avLst/>
            </a:prstGeom>
            <a:gradFill>
              <a:gsLst>
                <a:gs pos="100000">
                  <a:srgbClr val="8C1E33"/>
                </a:gs>
                <a:gs pos="0">
                  <a:srgbClr val="43152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Diagonal Stripe 20">
              <a:extLst>
                <a:ext uri="{FF2B5EF4-FFF2-40B4-BE49-F238E27FC236}">
                  <a16:creationId xmlns:a16="http://schemas.microsoft.com/office/drawing/2014/main" id="{71A316BF-48E2-8B78-ED15-3F9A16220E39}"/>
                </a:ext>
              </a:extLst>
            </p:cNvPr>
            <p:cNvSpPr/>
            <p:nvPr/>
          </p:nvSpPr>
          <p:spPr>
            <a:xfrm rot="18900000">
              <a:off x="11023285" y="-2530347"/>
              <a:ext cx="3634955" cy="3709132"/>
            </a:xfrm>
            <a:prstGeom prst="diagStrip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Diagonal Stripe 22">
              <a:extLst>
                <a:ext uri="{FF2B5EF4-FFF2-40B4-BE49-F238E27FC236}">
                  <a16:creationId xmlns:a16="http://schemas.microsoft.com/office/drawing/2014/main" id="{1249CD2D-E709-6564-96A6-20EAF9D190EE}"/>
                </a:ext>
              </a:extLst>
            </p:cNvPr>
            <p:cNvSpPr/>
            <p:nvPr/>
          </p:nvSpPr>
          <p:spPr>
            <a:xfrm rot="18900000">
              <a:off x="11489477" y="-1456890"/>
              <a:ext cx="2376343" cy="2424836"/>
            </a:xfrm>
            <a:prstGeom prst="diagStripe">
              <a:avLst/>
            </a:prstGeom>
            <a:gradFill>
              <a:gsLst>
                <a:gs pos="100000">
                  <a:srgbClr val="4F2155"/>
                </a:gs>
                <a:gs pos="0">
                  <a:srgbClr val="43152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E031357-FFA3-2CA0-E6F2-AA51F1354EB5}"/>
              </a:ext>
            </a:extLst>
          </p:cNvPr>
          <p:cNvGrpSpPr/>
          <p:nvPr/>
        </p:nvGrpSpPr>
        <p:grpSpPr>
          <a:xfrm>
            <a:off x="9275573" y="4569604"/>
            <a:ext cx="2916427" cy="811781"/>
            <a:chOff x="9296400" y="4539482"/>
            <a:chExt cx="2916427" cy="81178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ED5EE25-D404-EAD3-8B2B-5373007A3D72}"/>
                </a:ext>
              </a:extLst>
            </p:cNvPr>
            <p:cNvGrpSpPr/>
            <p:nvPr/>
          </p:nvGrpSpPr>
          <p:grpSpPr>
            <a:xfrm>
              <a:off x="9629530" y="4539482"/>
              <a:ext cx="2471030" cy="487680"/>
              <a:chOff x="6703450" y="4465320"/>
              <a:chExt cx="2471030" cy="48768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733F4E9-EEE1-7269-507A-5A6EBEC082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76457" y="4465320"/>
                <a:ext cx="1098023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C36EE72-E92B-0C7D-DC27-C06954C82B8C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4058602-4D2D-7D25-BD05-C825AD35BAFC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A4078E9-4072-D422-8876-3985102FC9BC}"/>
                </a:ext>
              </a:extLst>
            </p:cNvPr>
            <p:cNvGrpSpPr/>
            <p:nvPr/>
          </p:nvGrpSpPr>
          <p:grpSpPr>
            <a:xfrm>
              <a:off x="9296400" y="4691882"/>
              <a:ext cx="2916427" cy="487680"/>
              <a:chOff x="6217920" y="4465320"/>
              <a:chExt cx="2916427" cy="4876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BE56C3B-36FE-F50F-35F4-4E478F7F87BF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B1A14FF-EE9D-AE3B-764D-DBBE1B72A822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BFD2ACF-2960-235F-F0E0-D494D74B4D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17920" y="4953000"/>
                <a:ext cx="122830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88B0DB2-B5D0-7B1F-930A-62B8B324F67D}"/>
                </a:ext>
              </a:extLst>
            </p:cNvPr>
            <p:cNvGrpSpPr/>
            <p:nvPr/>
          </p:nvGrpSpPr>
          <p:grpSpPr>
            <a:xfrm>
              <a:off x="11072110" y="5009052"/>
              <a:ext cx="720584" cy="301399"/>
              <a:chOff x="8413763" y="4465320"/>
              <a:chExt cx="720584" cy="301399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403B689-F4CD-D1C2-567D-3D41FE2B2E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9067" y="4465320"/>
                <a:ext cx="33528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F7ABD61-82DF-EDB3-886C-1FF1B7FABD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13763" y="4465320"/>
                <a:ext cx="389500" cy="301399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68078D3-2D2B-BF16-5CD8-5801CA82710A}"/>
                </a:ext>
              </a:extLst>
            </p:cNvPr>
            <p:cNvGrpSpPr/>
            <p:nvPr/>
          </p:nvGrpSpPr>
          <p:grpSpPr>
            <a:xfrm>
              <a:off x="10064553" y="4855461"/>
              <a:ext cx="1875967" cy="495802"/>
              <a:chOff x="7258380" y="4465320"/>
              <a:chExt cx="1875967" cy="495802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4B107AE-2E1C-7687-401C-66611DA251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6229" y="4465320"/>
                <a:ext cx="508118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312C2B1-DE8A-F63D-A541-3FD980CB09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95996" y="4465320"/>
                <a:ext cx="639493" cy="494845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9495CAA-0C76-E6E4-8935-19128EA772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58380" y="4961122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1976F70-A41B-1647-D616-CCB06CB4DBA5}"/>
              </a:ext>
            </a:extLst>
          </p:cNvPr>
          <p:cNvGrpSpPr/>
          <p:nvPr/>
        </p:nvGrpSpPr>
        <p:grpSpPr>
          <a:xfrm>
            <a:off x="-64382" y="161494"/>
            <a:ext cx="193071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469875-4348-4974-4CCC-D8A43399BB18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087F403-F8E1-56CF-7D20-E0291EC8B2DA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93E1DF3-9EFD-F0D1-C092-2B0F32176E6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EA2A748-E396-E472-4155-3FE68C2CC9AB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3E78DAF-FB3E-6AF6-5DA7-33D77CB23F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491CE2D-E4E4-3A0E-77FC-B845C270DE8E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F23D975-2F98-ABC1-B208-4EAC57A6E234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5956E48-A9E6-2E9A-D120-971232D758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CC6AB4D-EB38-FD38-B36A-4A403F7316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EE4430B-1820-AD76-3BF6-C312DA803D91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7341D99-60CF-6E08-05C3-AA7B12719BDC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A5ED365-F3B3-D86A-237D-DE9502FC235A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EB8539E7-5412-FF06-6058-6497A91E2858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647CC04-A1D7-F3A4-1978-0A1A879282C4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C0985D31-5680-4F5E-BDF9-62FEC623940B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FED4348B-12C4-1C45-6F04-EDC375CD9E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8CFC49E-13F5-38AC-4D53-A825033B5CCC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8065A149-185E-1B9B-A8B5-931C6EA987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C978096-4DE7-7BB5-8BA5-DE8239DCA6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C6E90F9-D7F8-299A-4D21-1833B8116B37}"/>
              </a:ext>
            </a:extLst>
          </p:cNvPr>
          <p:cNvGrpSpPr/>
          <p:nvPr/>
        </p:nvGrpSpPr>
        <p:grpSpPr>
          <a:xfrm>
            <a:off x="1238639" y="5157866"/>
            <a:ext cx="1176918" cy="315215"/>
            <a:chOff x="1238639" y="5157866"/>
            <a:chExt cx="1176918" cy="315215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CCB2BC2-15C3-3A53-138E-0E5C565B71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2096" y="5256314"/>
              <a:ext cx="123461" cy="123461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79AD04F-07EE-E4E1-DA82-83DC37EC89E1}"/>
                </a:ext>
              </a:extLst>
            </p:cNvPr>
            <p:cNvCxnSpPr>
              <a:cxnSpLocks/>
            </p:cNvCxnSpPr>
            <p:nvPr/>
          </p:nvCxnSpPr>
          <p:spPr>
            <a:xfrm>
              <a:off x="1238639" y="5157866"/>
              <a:ext cx="901057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0DFAE4B-DFEA-62DA-2CFB-3DA6B0B3AB41}"/>
                </a:ext>
              </a:extLst>
            </p:cNvPr>
            <p:cNvCxnSpPr>
              <a:cxnSpLocks/>
            </p:cNvCxnSpPr>
            <p:nvPr/>
          </p:nvCxnSpPr>
          <p:spPr>
            <a:xfrm>
              <a:off x="1391039" y="5256314"/>
              <a:ext cx="901057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CBA72-05C9-C12D-DF91-74C29E054ACD}"/>
                </a:ext>
              </a:extLst>
            </p:cNvPr>
            <p:cNvCxnSpPr>
              <a:cxnSpLocks/>
            </p:cNvCxnSpPr>
            <p:nvPr/>
          </p:nvCxnSpPr>
          <p:spPr>
            <a:xfrm>
              <a:off x="1519436" y="5369449"/>
              <a:ext cx="620260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3E103326-6092-451D-2BA2-CA8EA43F1FB2}"/>
                </a:ext>
              </a:extLst>
            </p:cNvPr>
            <p:cNvCxnSpPr>
              <a:cxnSpLocks/>
            </p:cNvCxnSpPr>
            <p:nvPr/>
          </p:nvCxnSpPr>
          <p:spPr>
            <a:xfrm>
              <a:off x="1661558" y="5473081"/>
              <a:ext cx="272788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9" name="Picture 138">
            <a:extLst>
              <a:ext uri="{FF2B5EF4-FFF2-40B4-BE49-F238E27FC236}">
                <a16:creationId xmlns:a16="http://schemas.microsoft.com/office/drawing/2014/main" id="{6242C03D-EACF-F936-ECF7-E39C77F73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536" y="280656"/>
            <a:ext cx="4388511" cy="1016729"/>
          </a:xfrm>
          <a:prstGeom prst="rect">
            <a:avLst/>
          </a:prstGeom>
        </p:spPr>
      </p:pic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D120509-4614-6815-A533-1C7CF398A8B3}"/>
              </a:ext>
            </a:extLst>
          </p:cNvPr>
          <p:cNvCxnSpPr>
            <a:cxnSpLocks/>
          </p:cNvCxnSpPr>
          <p:nvPr/>
        </p:nvCxnSpPr>
        <p:spPr>
          <a:xfrm>
            <a:off x="5454539" y="405841"/>
            <a:ext cx="0" cy="732644"/>
          </a:xfrm>
          <a:prstGeom prst="line">
            <a:avLst/>
          </a:prstGeom>
          <a:ln>
            <a:gradFill>
              <a:gsLst>
                <a:gs pos="0">
                  <a:srgbClr val="391935">
                    <a:alpha val="35000"/>
                  </a:srgbClr>
                </a:gs>
                <a:gs pos="100000">
                  <a:srgbClr val="9306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BD16E5D4-2750-EB7C-6BAB-610AD3205801}"/>
              </a:ext>
            </a:extLst>
          </p:cNvPr>
          <p:cNvSpPr txBox="1"/>
          <p:nvPr/>
        </p:nvSpPr>
        <p:spPr>
          <a:xfrm>
            <a:off x="628294" y="1540689"/>
            <a:ext cx="6239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Thank </a:t>
            </a:r>
            <a:r>
              <a:rPr lang="en-US" sz="7200" dirty="0">
                <a:gradFill flip="none" rotWithShape="1">
                  <a:gsLst>
                    <a:gs pos="0">
                      <a:srgbClr val="9E0D1B"/>
                    </a:gs>
                    <a:gs pos="91000">
                      <a:srgbClr val="042433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You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8B69B37-6318-2C5B-EFC3-67AA9739176F}"/>
              </a:ext>
            </a:extLst>
          </p:cNvPr>
          <p:cNvCxnSpPr>
            <a:cxnSpLocks/>
          </p:cNvCxnSpPr>
          <p:nvPr/>
        </p:nvCxnSpPr>
        <p:spPr>
          <a:xfrm>
            <a:off x="732952" y="2767447"/>
            <a:ext cx="1756171" cy="0"/>
          </a:xfrm>
          <a:prstGeom prst="line">
            <a:avLst/>
          </a:prstGeom>
          <a:ln w="4762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79DAA5-6113-4712-26A5-6C7C44076D09}"/>
              </a:ext>
            </a:extLst>
          </p:cNvPr>
          <p:cNvSpPr/>
          <p:nvPr/>
        </p:nvSpPr>
        <p:spPr>
          <a:xfrm>
            <a:off x="7398946" y="1781221"/>
            <a:ext cx="2644779" cy="2644779"/>
          </a:xfrm>
          <a:prstGeom prst="roundRect">
            <a:avLst/>
          </a:prstGeom>
          <a:noFill/>
          <a:ln w="47625">
            <a:gradFill>
              <a:gsLst>
                <a:gs pos="0">
                  <a:srgbClr val="6D1026"/>
                </a:gs>
                <a:gs pos="100000">
                  <a:srgbClr val="042433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073F4-A491-71C7-AD7E-808404F94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08" y="2924120"/>
            <a:ext cx="4358466" cy="2137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C49351-6248-085C-3B6A-4E902959D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863" y="5678213"/>
            <a:ext cx="3997830" cy="108622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A2B3E7-F0B0-B342-C3BE-685CA6BFF0C9}"/>
              </a:ext>
            </a:extLst>
          </p:cNvPr>
          <p:cNvCxnSpPr>
            <a:cxnSpLocks/>
          </p:cNvCxnSpPr>
          <p:nvPr/>
        </p:nvCxnSpPr>
        <p:spPr>
          <a:xfrm>
            <a:off x="7995608" y="5971857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9FB0B5B-B906-21CD-73B5-190C7BE5C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371" y="5747326"/>
            <a:ext cx="2980185" cy="10856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BF10DD-20BF-E552-E4C4-E06D19EBB7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39" y="224024"/>
            <a:ext cx="2876371" cy="104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9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654</Words>
  <Application>Microsoft Office PowerPoint</Application>
  <PresentationFormat>Widescreen</PresentationFormat>
  <Paragraphs>157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Agency FB</vt:lpstr>
      <vt:lpstr>Aptos</vt:lpstr>
      <vt:lpstr>Aptos Display</vt:lpstr>
      <vt:lpstr>Arial</vt:lpstr>
      <vt:lpstr>Arial Black</vt:lpstr>
      <vt:lpstr>BankGothic Md BT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MARAWAN 120250186</dc:creator>
  <cp:lastModifiedBy>MARAWAN 120250186</cp:lastModifiedBy>
  <cp:revision>7</cp:revision>
  <dcterms:created xsi:type="dcterms:W3CDTF">2026-09-23T21:50:06Z</dcterms:created>
  <dcterms:modified xsi:type="dcterms:W3CDTF">2026-09-24T23:39:46Z</dcterms:modified>
</cp:coreProperties>
</file>